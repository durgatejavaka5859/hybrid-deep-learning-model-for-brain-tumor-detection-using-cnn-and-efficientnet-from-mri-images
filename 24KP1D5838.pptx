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0" r:id="rId1"/>
  </p:sldMasterIdLst>
  <p:notesMasterIdLst>
    <p:notesMasterId r:id="rId37"/>
  </p:notesMasterIdLst>
  <p:sldIdLst>
    <p:sldId id="256" r:id="rId2"/>
    <p:sldId id="258" r:id="rId3"/>
    <p:sldId id="319" r:id="rId4"/>
    <p:sldId id="322" r:id="rId5"/>
    <p:sldId id="320" r:id="rId6"/>
    <p:sldId id="323" r:id="rId7"/>
    <p:sldId id="324" r:id="rId8"/>
    <p:sldId id="325" r:id="rId9"/>
    <p:sldId id="326" r:id="rId10"/>
    <p:sldId id="260" r:id="rId11"/>
    <p:sldId id="257" r:id="rId12"/>
    <p:sldId id="306" r:id="rId13"/>
    <p:sldId id="309" r:id="rId14"/>
    <p:sldId id="305" r:id="rId15"/>
    <p:sldId id="307" r:id="rId16"/>
    <p:sldId id="304" r:id="rId17"/>
    <p:sldId id="303" r:id="rId18"/>
    <p:sldId id="308" r:id="rId19"/>
    <p:sldId id="310" r:id="rId20"/>
    <p:sldId id="297" r:id="rId21"/>
    <p:sldId id="311" r:id="rId22"/>
    <p:sldId id="312" r:id="rId23"/>
    <p:sldId id="313" r:id="rId24"/>
    <p:sldId id="298" r:id="rId25"/>
    <p:sldId id="263" r:id="rId26"/>
    <p:sldId id="315" r:id="rId27"/>
    <p:sldId id="314" r:id="rId28"/>
    <p:sldId id="316" r:id="rId29"/>
    <p:sldId id="327" r:id="rId30"/>
    <p:sldId id="328" r:id="rId31"/>
    <p:sldId id="329" r:id="rId32"/>
    <p:sldId id="330" r:id="rId33"/>
    <p:sldId id="331" r:id="rId34"/>
    <p:sldId id="332" r:id="rId35"/>
    <p:sldId id="266" r:id="rId36"/>
  </p:sldIdLst>
  <p:sldSz cx="9144000" cy="5143500" type="screen16x9"/>
  <p:notesSz cx="6858000" cy="9144000"/>
  <p:embeddedFontLst>
    <p:embeddedFont>
      <p:font typeface="Bebas Neue" panose="020B0606020202050201" pitchFamily="34" charset="0"/>
      <p:regular r:id="rId38"/>
    </p:embeddedFont>
    <p:embeddedFont>
      <p:font typeface="Trispace" panose="020B0604020202020204" charset="0"/>
      <p:regular r:id="rId39"/>
      <p:bold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D3E615-DC4D-4B92-9978-AA5C3379AA23}">
  <a:tblStyle styleId="{9BD3E615-DC4D-4B92-9978-AA5C3379AA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D434D6E-2476-4B65-8156-F4D730B222C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snapToGrid="0">
      <p:cViewPr varScale="1">
        <p:scale>
          <a:sx n="103" d="100"/>
          <a:sy n="103" d="100"/>
        </p:scale>
        <p:origin x="47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 sri" userId="33f3b18527bc8637" providerId="LiveId" clId="{61B8B5DE-BFDB-43BA-A320-827D6EF831B4}"/>
    <pc:docChg chg="modSld">
      <pc:chgData name="veda sri" userId="33f3b18527bc8637" providerId="LiveId" clId="{61B8B5DE-BFDB-43BA-A320-827D6EF831B4}" dt="2026-07-10T12:57:25.031" v="25" actId="20577"/>
      <pc:docMkLst>
        <pc:docMk/>
      </pc:docMkLst>
      <pc:sldChg chg="modSp mod">
        <pc:chgData name="veda sri" userId="33f3b18527bc8637" providerId="LiveId" clId="{61B8B5DE-BFDB-43BA-A320-827D6EF831B4}" dt="2026-07-10T12:57:25.031" v="25" actId="20577"/>
        <pc:sldMkLst>
          <pc:docMk/>
          <pc:sldMk cId="0" sldId="256"/>
        </pc:sldMkLst>
        <pc:spChg chg="mod">
          <ac:chgData name="veda sri" userId="33f3b18527bc8637" providerId="LiveId" clId="{61B8B5DE-BFDB-43BA-A320-827D6EF831B4}" dt="2026-07-10T12:57:25.031" v="25" actId="20577"/>
          <ac:spMkLst>
            <pc:docMk/>
            <pc:sldMk cId="0" sldId="256"/>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25BDB0-0FD8-40F5-80B0-92BFF3CF468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18FADDB-0FCB-4816-B28C-5E8EBBAD77F6}">
      <dgm:prSet/>
      <dgm:spPr/>
      <dgm:t>
        <a:bodyPr/>
        <a:lstStyle/>
        <a:p>
          <a:pPr rtl="0"/>
          <a:r>
            <a:rPr lang="en-US" b="0" i="0" dirty="0"/>
            <a:t>Annual MICCAI event since 2012, dedicated to automated brain tumor segmentation.</a:t>
          </a:r>
          <a:endParaRPr lang="en-IN" dirty="0"/>
        </a:p>
      </dgm:t>
    </dgm:pt>
    <dgm:pt modelId="{6815EA5D-33C8-4B71-AF9A-BEB9CAC51000}" type="parTrans" cxnId="{E09CD226-F4B8-4C77-A417-0B98313CEE9C}">
      <dgm:prSet/>
      <dgm:spPr/>
      <dgm:t>
        <a:bodyPr/>
        <a:lstStyle/>
        <a:p>
          <a:endParaRPr lang="en-US"/>
        </a:p>
      </dgm:t>
    </dgm:pt>
    <dgm:pt modelId="{A828FE9D-BD46-4918-AC9B-B3FFA3F847E9}" type="sibTrans" cxnId="{E09CD226-F4B8-4C77-A417-0B98313CEE9C}">
      <dgm:prSet/>
      <dgm:spPr/>
      <dgm:t>
        <a:bodyPr/>
        <a:lstStyle/>
        <a:p>
          <a:endParaRPr lang="en-US"/>
        </a:p>
      </dgm:t>
    </dgm:pt>
    <dgm:pt modelId="{3DA8AAC0-65D5-4949-A6DE-5A08CA731263}">
      <dgm:prSet/>
      <dgm:spPr/>
      <dgm:t>
        <a:bodyPr/>
        <a:lstStyle/>
        <a:p>
          <a:pPr rtl="0"/>
          <a:r>
            <a:rPr lang="en-US" b="0" i="0" dirty="0"/>
            <a:t>Large-scale public datasets, hosting thousands of MRI scans and enabling fair comparison of techniques.</a:t>
          </a:r>
          <a:endParaRPr lang="en-IN" dirty="0"/>
        </a:p>
      </dgm:t>
    </dgm:pt>
    <dgm:pt modelId="{5ACFACB4-6E8D-4DDD-B20A-25F9C076C1DB}" type="parTrans" cxnId="{9DF9F195-A82C-41D4-8A71-697EAFD9AD61}">
      <dgm:prSet/>
      <dgm:spPr/>
      <dgm:t>
        <a:bodyPr/>
        <a:lstStyle/>
        <a:p>
          <a:endParaRPr lang="en-US"/>
        </a:p>
      </dgm:t>
    </dgm:pt>
    <dgm:pt modelId="{D1262CC2-D2A7-4DA8-BECB-9BED08A8CA59}" type="sibTrans" cxnId="{9DF9F195-A82C-41D4-8A71-697EAFD9AD61}">
      <dgm:prSet/>
      <dgm:spPr/>
      <dgm:t>
        <a:bodyPr/>
        <a:lstStyle/>
        <a:p>
          <a:endParaRPr lang="en-US"/>
        </a:p>
      </dgm:t>
    </dgm:pt>
    <dgm:pt modelId="{D72794FC-34D2-4161-ABD1-E59BFA8D8E85}">
      <dgm:prSet/>
      <dgm:spPr/>
      <dgm:t>
        <a:bodyPr/>
        <a:lstStyle/>
        <a:p>
          <a:pPr rtl="0"/>
          <a:r>
            <a:rPr lang="en-US" b="0" i="0"/>
            <a:t>Attracts hundreds of global participants yearly, accelerating advances in diagnostics and personalized care.</a:t>
          </a:r>
          <a:endParaRPr lang="en-IN"/>
        </a:p>
      </dgm:t>
    </dgm:pt>
    <dgm:pt modelId="{AB6E43DA-3D68-4A39-BE0C-F19CF008DF76}" type="parTrans" cxnId="{952398CB-214F-4E2C-A686-C69624BCCF51}">
      <dgm:prSet/>
      <dgm:spPr/>
      <dgm:t>
        <a:bodyPr/>
        <a:lstStyle/>
        <a:p>
          <a:endParaRPr lang="en-US"/>
        </a:p>
      </dgm:t>
    </dgm:pt>
    <dgm:pt modelId="{387C0C95-18CC-4470-9D54-8331AD33CED2}" type="sibTrans" cxnId="{952398CB-214F-4E2C-A686-C69624BCCF51}">
      <dgm:prSet/>
      <dgm:spPr/>
      <dgm:t>
        <a:bodyPr/>
        <a:lstStyle/>
        <a:p>
          <a:endParaRPr lang="en-US"/>
        </a:p>
      </dgm:t>
    </dgm:pt>
    <dgm:pt modelId="{E2380B2F-330A-4B94-B25A-B849AEB661D5}" type="pres">
      <dgm:prSet presAssocID="{7E25BDB0-0FD8-40F5-80B0-92BFF3CF468C}" presName="linear" presStyleCnt="0">
        <dgm:presLayoutVars>
          <dgm:animLvl val="lvl"/>
          <dgm:resizeHandles val="exact"/>
        </dgm:presLayoutVars>
      </dgm:prSet>
      <dgm:spPr/>
    </dgm:pt>
    <dgm:pt modelId="{9C9DF13B-A884-41F1-A3F2-72EA3DA38D58}" type="pres">
      <dgm:prSet presAssocID="{618FADDB-0FCB-4816-B28C-5E8EBBAD77F6}" presName="parentText" presStyleLbl="node1" presStyleIdx="0" presStyleCnt="3">
        <dgm:presLayoutVars>
          <dgm:chMax val="0"/>
          <dgm:bulletEnabled val="1"/>
        </dgm:presLayoutVars>
      </dgm:prSet>
      <dgm:spPr/>
    </dgm:pt>
    <dgm:pt modelId="{28C33969-815B-44C4-8801-3A82E95CA767}" type="pres">
      <dgm:prSet presAssocID="{A828FE9D-BD46-4918-AC9B-B3FFA3F847E9}" presName="spacer" presStyleCnt="0"/>
      <dgm:spPr/>
    </dgm:pt>
    <dgm:pt modelId="{A234549B-9027-4AD6-B24F-FFA9600E502E}" type="pres">
      <dgm:prSet presAssocID="{3DA8AAC0-65D5-4949-A6DE-5A08CA731263}" presName="parentText" presStyleLbl="node1" presStyleIdx="1" presStyleCnt="3">
        <dgm:presLayoutVars>
          <dgm:chMax val="0"/>
          <dgm:bulletEnabled val="1"/>
        </dgm:presLayoutVars>
      </dgm:prSet>
      <dgm:spPr/>
    </dgm:pt>
    <dgm:pt modelId="{31D533B1-8BCC-4326-B956-6CE1602D6DF0}" type="pres">
      <dgm:prSet presAssocID="{D1262CC2-D2A7-4DA8-BECB-9BED08A8CA59}" presName="spacer" presStyleCnt="0"/>
      <dgm:spPr/>
    </dgm:pt>
    <dgm:pt modelId="{A6D185CF-5A9F-4B10-8FBA-9FD113477A25}" type="pres">
      <dgm:prSet presAssocID="{D72794FC-34D2-4161-ABD1-E59BFA8D8E85}" presName="parentText" presStyleLbl="node1" presStyleIdx="2" presStyleCnt="3">
        <dgm:presLayoutVars>
          <dgm:chMax val="0"/>
          <dgm:bulletEnabled val="1"/>
        </dgm:presLayoutVars>
      </dgm:prSet>
      <dgm:spPr/>
    </dgm:pt>
  </dgm:ptLst>
  <dgm:cxnLst>
    <dgm:cxn modelId="{E09CD226-F4B8-4C77-A417-0B98313CEE9C}" srcId="{7E25BDB0-0FD8-40F5-80B0-92BFF3CF468C}" destId="{618FADDB-0FCB-4816-B28C-5E8EBBAD77F6}" srcOrd="0" destOrd="0" parTransId="{6815EA5D-33C8-4B71-AF9A-BEB9CAC51000}" sibTransId="{A828FE9D-BD46-4918-AC9B-B3FFA3F847E9}"/>
    <dgm:cxn modelId="{9DF9F195-A82C-41D4-8A71-697EAFD9AD61}" srcId="{7E25BDB0-0FD8-40F5-80B0-92BFF3CF468C}" destId="{3DA8AAC0-65D5-4949-A6DE-5A08CA731263}" srcOrd="1" destOrd="0" parTransId="{5ACFACB4-6E8D-4DDD-B20A-25F9C076C1DB}" sibTransId="{D1262CC2-D2A7-4DA8-BECB-9BED08A8CA59}"/>
    <dgm:cxn modelId="{E7445D98-2211-439A-BA24-5BC195AC4A3E}" type="presOf" srcId="{7E25BDB0-0FD8-40F5-80B0-92BFF3CF468C}" destId="{E2380B2F-330A-4B94-B25A-B849AEB661D5}" srcOrd="0" destOrd="0" presId="urn:microsoft.com/office/officeart/2005/8/layout/vList2"/>
    <dgm:cxn modelId="{5D44A7A5-F1F8-4C08-89CD-BF8C788D088E}" type="presOf" srcId="{D72794FC-34D2-4161-ABD1-E59BFA8D8E85}" destId="{A6D185CF-5A9F-4B10-8FBA-9FD113477A25}" srcOrd="0" destOrd="0" presId="urn:microsoft.com/office/officeart/2005/8/layout/vList2"/>
    <dgm:cxn modelId="{2D087AAF-F28A-42D5-A06A-8C29582D09CD}" type="presOf" srcId="{3DA8AAC0-65D5-4949-A6DE-5A08CA731263}" destId="{A234549B-9027-4AD6-B24F-FFA9600E502E}" srcOrd="0" destOrd="0" presId="urn:microsoft.com/office/officeart/2005/8/layout/vList2"/>
    <dgm:cxn modelId="{952398CB-214F-4E2C-A686-C69624BCCF51}" srcId="{7E25BDB0-0FD8-40F5-80B0-92BFF3CF468C}" destId="{D72794FC-34D2-4161-ABD1-E59BFA8D8E85}" srcOrd="2" destOrd="0" parTransId="{AB6E43DA-3D68-4A39-BE0C-F19CF008DF76}" sibTransId="{387C0C95-18CC-4470-9D54-8331AD33CED2}"/>
    <dgm:cxn modelId="{1BD144FE-D682-439F-9C3E-1ED554BB6B9A}" type="presOf" srcId="{618FADDB-0FCB-4816-B28C-5E8EBBAD77F6}" destId="{9C9DF13B-A884-41F1-A3F2-72EA3DA38D58}" srcOrd="0" destOrd="0" presId="urn:microsoft.com/office/officeart/2005/8/layout/vList2"/>
    <dgm:cxn modelId="{BB9AB7C2-D611-421B-843C-E4BC9FDE8A42}" type="presParOf" srcId="{E2380B2F-330A-4B94-B25A-B849AEB661D5}" destId="{9C9DF13B-A884-41F1-A3F2-72EA3DA38D58}" srcOrd="0" destOrd="0" presId="urn:microsoft.com/office/officeart/2005/8/layout/vList2"/>
    <dgm:cxn modelId="{F1B8A941-7E40-43E3-B28A-459DF314587E}" type="presParOf" srcId="{E2380B2F-330A-4B94-B25A-B849AEB661D5}" destId="{28C33969-815B-44C4-8801-3A82E95CA767}" srcOrd="1" destOrd="0" presId="urn:microsoft.com/office/officeart/2005/8/layout/vList2"/>
    <dgm:cxn modelId="{3E41EC0A-D638-4D31-84AC-36F913C4647F}" type="presParOf" srcId="{E2380B2F-330A-4B94-B25A-B849AEB661D5}" destId="{A234549B-9027-4AD6-B24F-FFA9600E502E}" srcOrd="2" destOrd="0" presId="urn:microsoft.com/office/officeart/2005/8/layout/vList2"/>
    <dgm:cxn modelId="{30A3254F-633F-4A91-8B68-1A90DECFA781}" type="presParOf" srcId="{E2380B2F-330A-4B94-B25A-B849AEB661D5}" destId="{31D533B1-8BCC-4326-B956-6CE1602D6DF0}" srcOrd="3" destOrd="0" presId="urn:microsoft.com/office/officeart/2005/8/layout/vList2"/>
    <dgm:cxn modelId="{3A9174AD-3BE4-40B1-8E22-0EAD4EDF5515}" type="presParOf" srcId="{E2380B2F-330A-4B94-B25A-B849AEB661D5}" destId="{A6D185CF-5A9F-4B10-8FBA-9FD113477A25}"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DF13B-A884-41F1-A3F2-72EA3DA38D58}">
      <dsp:nvSpPr>
        <dsp:cNvPr id="0" name=""/>
        <dsp:cNvSpPr/>
      </dsp:nvSpPr>
      <dsp:spPr>
        <a:xfrm>
          <a:off x="0" y="16990"/>
          <a:ext cx="4572000" cy="83910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b="0" i="0" kern="1200" dirty="0"/>
            <a:t>Annual MICCAI event since 2012, dedicated to automated brain tumor segmentation.</a:t>
          </a:r>
          <a:endParaRPr lang="en-IN" sz="1500" kern="1200" dirty="0"/>
        </a:p>
      </dsp:txBody>
      <dsp:txXfrm>
        <a:off x="40962" y="57952"/>
        <a:ext cx="4490076" cy="757185"/>
      </dsp:txXfrm>
    </dsp:sp>
    <dsp:sp modelId="{A234549B-9027-4AD6-B24F-FFA9600E502E}">
      <dsp:nvSpPr>
        <dsp:cNvPr id="0" name=""/>
        <dsp:cNvSpPr/>
      </dsp:nvSpPr>
      <dsp:spPr>
        <a:xfrm>
          <a:off x="0" y="899300"/>
          <a:ext cx="4572000" cy="839109"/>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b="0" i="0" kern="1200" dirty="0"/>
            <a:t>Large-scale public datasets, hosting thousands of MRI scans and enabling fair comparison of techniques.</a:t>
          </a:r>
          <a:endParaRPr lang="en-IN" sz="1500" kern="1200" dirty="0"/>
        </a:p>
      </dsp:txBody>
      <dsp:txXfrm>
        <a:off x="40962" y="940262"/>
        <a:ext cx="4490076" cy="757185"/>
      </dsp:txXfrm>
    </dsp:sp>
    <dsp:sp modelId="{A6D185CF-5A9F-4B10-8FBA-9FD113477A25}">
      <dsp:nvSpPr>
        <dsp:cNvPr id="0" name=""/>
        <dsp:cNvSpPr/>
      </dsp:nvSpPr>
      <dsp:spPr>
        <a:xfrm>
          <a:off x="0" y="1781609"/>
          <a:ext cx="4572000" cy="83910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b="0" i="0" kern="1200"/>
            <a:t>Attracts hundreds of global participants yearly, accelerating advances in diagnostics and personalized care.</a:t>
          </a:r>
          <a:endParaRPr lang="en-IN" sz="1500" kern="1200"/>
        </a:p>
      </dsp:txBody>
      <dsp:txXfrm>
        <a:off x="40962" y="1822571"/>
        <a:ext cx="4490076" cy="7571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072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953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6973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753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307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7378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594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8257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0665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371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5541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27c793fce3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27c793fce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1296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945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bd6c00e73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bd6c00e73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bd6c00e73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bd6c00e73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9128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bd6c00e73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bd6c00e73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8718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bd6c00e73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bd6c00e73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4801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bd6c00e730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bd6c00e730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0529BF-F2B4-470B-BED9-5150129068FF}"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34529490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529BF-F2B4-470B-BED9-5150129068FF}"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107704172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529BF-F2B4-470B-BED9-5150129068FF}"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250933839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0529BF-F2B4-470B-BED9-5150129068FF}"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94719972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0529BF-F2B4-470B-BED9-5150129068FF}" type="datetimeFigureOut">
              <a:rPr lang="en-IN" smtClean="0"/>
              <a:t>10-07-2026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310513471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0529BF-F2B4-470B-BED9-5150129068FF}" type="datetimeFigureOut">
              <a:rPr lang="en-IN" smtClean="0"/>
              <a:t>10-07-2026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11223359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0529BF-F2B4-470B-BED9-5150129068FF}" type="datetimeFigureOut">
              <a:rPr lang="en-IN" smtClean="0"/>
              <a:t>10-07-2026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210437515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A0529BF-F2B4-470B-BED9-5150129068FF}"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325943687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A0529BF-F2B4-470B-BED9-5150129068FF}"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124959542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529BF-F2B4-470B-BED9-5150129068FF}"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149024830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529BF-F2B4-470B-BED9-5150129068FF}"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94932F-1501-4AE9-B16F-0EB9D769A6E1}" type="slidenum">
              <a:rPr lang="en-IN" smtClean="0"/>
              <a:t>‹#›</a:t>
            </a:fld>
            <a:endParaRPr lang="en-IN"/>
          </a:p>
        </p:txBody>
      </p:sp>
    </p:spTree>
    <p:extLst>
      <p:ext uri="{BB962C8B-B14F-4D97-AF65-F5344CB8AC3E}">
        <p14:creationId xmlns:p14="http://schemas.microsoft.com/office/powerpoint/2010/main" val="229800085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3"/>
        <p:cNvGrpSpPr/>
        <p:nvPr/>
      </p:nvGrpSpPr>
      <p:grpSpPr>
        <a:xfrm>
          <a:off x="0" y="0"/>
          <a:ext cx="0" cy="0"/>
          <a:chOff x="0" y="0"/>
          <a:chExt cx="0" cy="0"/>
        </a:xfrm>
      </p:grpSpPr>
      <p:sp>
        <p:nvSpPr>
          <p:cNvPr id="137" name="Google Shape;137;p13"/>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8" name="Google Shape;138;p13"/>
          <p:cNvSpPr txBox="1">
            <a:spLocks noGrp="1"/>
          </p:cNvSpPr>
          <p:nvPr>
            <p:ph type="title" idx="2" hasCustomPrompt="1"/>
          </p:nvPr>
        </p:nvSpPr>
        <p:spPr>
          <a:xfrm>
            <a:off x="1255644" y="1753825"/>
            <a:ext cx="1044900" cy="65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600" b="0">
                <a:solidFill>
                  <a:schemeClr val="dk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9" name="Google Shape;139;p13"/>
          <p:cNvSpPr txBox="1">
            <a:spLocks noGrp="1"/>
          </p:cNvSpPr>
          <p:nvPr>
            <p:ph type="title" idx="3" hasCustomPrompt="1"/>
          </p:nvPr>
        </p:nvSpPr>
        <p:spPr>
          <a:xfrm>
            <a:off x="1255644" y="3258829"/>
            <a:ext cx="1044900" cy="65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600" b="0">
                <a:solidFill>
                  <a:schemeClr val="dk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40" name="Google Shape;140;p13"/>
          <p:cNvSpPr txBox="1">
            <a:spLocks noGrp="1"/>
          </p:cNvSpPr>
          <p:nvPr>
            <p:ph type="title" idx="4" hasCustomPrompt="1"/>
          </p:nvPr>
        </p:nvSpPr>
        <p:spPr>
          <a:xfrm>
            <a:off x="4684638" y="1753829"/>
            <a:ext cx="1044900" cy="65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600" b="0">
                <a:solidFill>
                  <a:schemeClr val="dk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41" name="Google Shape;141;p13"/>
          <p:cNvSpPr txBox="1">
            <a:spLocks noGrp="1"/>
          </p:cNvSpPr>
          <p:nvPr>
            <p:ph type="title" idx="5" hasCustomPrompt="1"/>
          </p:nvPr>
        </p:nvSpPr>
        <p:spPr>
          <a:xfrm>
            <a:off x="4684638" y="3258829"/>
            <a:ext cx="1044900" cy="65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600" b="0">
                <a:solidFill>
                  <a:schemeClr val="dk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42" name="Google Shape;142;p13"/>
          <p:cNvSpPr txBox="1">
            <a:spLocks noGrp="1"/>
          </p:cNvSpPr>
          <p:nvPr>
            <p:ph type="subTitle" idx="1"/>
          </p:nvPr>
        </p:nvSpPr>
        <p:spPr>
          <a:xfrm>
            <a:off x="2307450" y="1753825"/>
            <a:ext cx="2151900" cy="65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43" name="Google Shape;143;p13"/>
          <p:cNvSpPr txBox="1">
            <a:spLocks noGrp="1"/>
          </p:cNvSpPr>
          <p:nvPr>
            <p:ph type="subTitle" idx="6"/>
          </p:nvPr>
        </p:nvSpPr>
        <p:spPr>
          <a:xfrm>
            <a:off x="5736450" y="1753825"/>
            <a:ext cx="2151900" cy="65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44" name="Google Shape;144;p13"/>
          <p:cNvSpPr txBox="1">
            <a:spLocks noGrp="1"/>
          </p:cNvSpPr>
          <p:nvPr>
            <p:ph type="subTitle" idx="7"/>
          </p:nvPr>
        </p:nvSpPr>
        <p:spPr>
          <a:xfrm>
            <a:off x="2307450" y="3258824"/>
            <a:ext cx="2151900" cy="65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45" name="Google Shape;145;p13"/>
          <p:cNvSpPr txBox="1">
            <a:spLocks noGrp="1"/>
          </p:cNvSpPr>
          <p:nvPr>
            <p:ph type="subTitle" idx="8"/>
          </p:nvPr>
        </p:nvSpPr>
        <p:spPr>
          <a:xfrm>
            <a:off x="5736450" y="3258824"/>
            <a:ext cx="2151900" cy="65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105470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1"/>
        <p:cNvGrpSpPr/>
        <p:nvPr/>
      </p:nvGrpSpPr>
      <p:grpSpPr>
        <a:xfrm>
          <a:off x="0" y="0"/>
          <a:ext cx="0" cy="0"/>
          <a:chOff x="0" y="0"/>
          <a:chExt cx="0" cy="0"/>
        </a:xfrm>
      </p:grpSpPr>
      <p:sp>
        <p:nvSpPr>
          <p:cNvPr id="93" name="Google Shape;9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171655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85"/>
        <p:cNvGrpSpPr/>
        <p:nvPr/>
      </p:nvGrpSpPr>
      <p:grpSpPr>
        <a:xfrm>
          <a:off x="0" y="0"/>
          <a:ext cx="0" cy="0"/>
          <a:chOff x="0" y="0"/>
          <a:chExt cx="0" cy="0"/>
        </a:xfrm>
      </p:grpSpPr>
    </p:spTree>
    <p:extLst>
      <p:ext uri="{BB962C8B-B14F-4D97-AF65-F5344CB8AC3E}">
        <p14:creationId xmlns:p14="http://schemas.microsoft.com/office/powerpoint/2010/main" val="3837224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4"/>
        <p:cNvGrpSpPr/>
        <p:nvPr/>
      </p:nvGrpSpPr>
      <p:grpSpPr>
        <a:xfrm>
          <a:off x="0" y="0"/>
          <a:ext cx="0" cy="0"/>
          <a:chOff x="0" y="0"/>
          <a:chExt cx="0" cy="0"/>
        </a:xfrm>
      </p:grpSpPr>
      <p:sp>
        <p:nvSpPr>
          <p:cNvPr id="22" name="Google Shape;22;p3"/>
          <p:cNvSpPr txBox="1">
            <a:spLocks noGrp="1"/>
          </p:cNvSpPr>
          <p:nvPr>
            <p:ph type="title"/>
          </p:nvPr>
        </p:nvSpPr>
        <p:spPr>
          <a:xfrm>
            <a:off x="3525900" y="3189750"/>
            <a:ext cx="4905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5084000" y="1609750"/>
            <a:ext cx="1789200" cy="1082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786631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8"/>
        <p:cNvGrpSpPr/>
        <p:nvPr/>
      </p:nvGrpSpPr>
      <p:grpSpPr>
        <a:xfrm>
          <a:off x="0" y="0"/>
          <a:ext cx="0" cy="0"/>
          <a:chOff x="0" y="0"/>
          <a:chExt cx="0" cy="0"/>
        </a:xfrm>
      </p:grpSpPr>
      <p:sp>
        <p:nvSpPr>
          <p:cNvPr id="190" name="Google Shape;190;p16"/>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1" name="Google Shape;191;p16"/>
          <p:cNvSpPr txBox="1">
            <a:spLocks noGrp="1"/>
          </p:cNvSpPr>
          <p:nvPr>
            <p:ph type="subTitle" idx="1"/>
          </p:nvPr>
        </p:nvSpPr>
        <p:spPr>
          <a:xfrm>
            <a:off x="3815975" y="1241705"/>
            <a:ext cx="44433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92" name="Google Shape;192;p16"/>
          <p:cNvSpPr txBox="1">
            <a:spLocks noGrp="1"/>
          </p:cNvSpPr>
          <p:nvPr>
            <p:ph type="subTitle" idx="2"/>
          </p:nvPr>
        </p:nvSpPr>
        <p:spPr>
          <a:xfrm>
            <a:off x="3815984" y="2135039"/>
            <a:ext cx="44433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93" name="Google Shape;193;p16"/>
          <p:cNvSpPr txBox="1">
            <a:spLocks noGrp="1"/>
          </p:cNvSpPr>
          <p:nvPr>
            <p:ph type="subTitle" idx="3"/>
          </p:nvPr>
        </p:nvSpPr>
        <p:spPr>
          <a:xfrm>
            <a:off x="3815984" y="3028372"/>
            <a:ext cx="44433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94" name="Google Shape;194;p16"/>
          <p:cNvSpPr txBox="1">
            <a:spLocks noGrp="1"/>
          </p:cNvSpPr>
          <p:nvPr>
            <p:ph type="subTitle" idx="4"/>
          </p:nvPr>
        </p:nvSpPr>
        <p:spPr>
          <a:xfrm>
            <a:off x="3815984" y="3921705"/>
            <a:ext cx="44433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95" name="Google Shape;195;p16"/>
          <p:cNvSpPr txBox="1">
            <a:spLocks noGrp="1"/>
          </p:cNvSpPr>
          <p:nvPr>
            <p:ph type="subTitle" idx="5"/>
          </p:nvPr>
        </p:nvSpPr>
        <p:spPr>
          <a:xfrm>
            <a:off x="1697075" y="1241705"/>
            <a:ext cx="21189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rtl="0">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rtl="0">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rtl="0">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rtl="0">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rtl="0">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rtl="0">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rtl="0">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rtl="0">
              <a:lnSpc>
                <a:spcPct val="100000"/>
              </a:lnSpc>
              <a:spcBef>
                <a:spcPts val="0"/>
              </a:spcBef>
              <a:spcAft>
                <a:spcPts val="0"/>
              </a:spcAft>
              <a:buSzPts val="2000"/>
              <a:buFont typeface="Trispace"/>
              <a:buNone/>
              <a:defRPr sz="2000">
                <a:latin typeface="Trispace"/>
                <a:ea typeface="Trispace"/>
                <a:cs typeface="Trispace"/>
                <a:sym typeface="Trispace"/>
              </a:defRPr>
            </a:lvl9pPr>
          </a:lstStyle>
          <a:p>
            <a:endParaRPr/>
          </a:p>
        </p:txBody>
      </p:sp>
      <p:sp>
        <p:nvSpPr>
          <p:cNvPr id="196" name="Google Shape;196;p16"/>
          <p:cNvSpPr txBox="1">
            <a:spLocks noGrp="1"/>
          </p:cNvSpPr>
          <p:nvPr>
            <p:ph type="subTitle" idx="6"/>
          </p:nvPr>
        </p:nvSpPr>
        <p:spPr>
          <a:xfrm>
            <a:off x="1697075" y="2135039"/>
            <a:ext cx="21189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rtl="0">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rtl="0">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rtl="0">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rtl="0">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rtl="0">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rtl="0">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rtl="0">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rtl="0">
              <a:lnSpc>
                <a:spcPct val="100000"/>
              </a:lnSpc>
              <a:spcBef>
                <a:spcPts val="0"/>
              </a:spcBef>
              <a:spcAft>
                <a:spcPts val="0"/>
              </a:spcAft>
              <a:buSzPts val="2000"/>
              <a:buFont typeface="Trispace"/>
              <a:buNone/>
              <a:defRPr sz="2000">
                <a:latin typeface="Trispace"/>
                <a:ea typeface="Trispace"/>
                <a:cs typeface="Trispace"/>
                <a:sym typeface="Trispace"/>
              </a:defRPr>
            </a:lvl9pPr>
          </a:lstStyle>
          <a:p>
            <a:endParaRPr/>
          </a:p>
        </p:txBody>
      </p:sp>
      <p:sp>
        <p:nvSpPr>
          <p:cNvPr id="197" name="Google Shape;197;p16"/>
          <p:cNvSpPr txBox="1">
            <a:spLocks noGrp="1"/>
          </p:cNvSpPr>
          <p:nvPr>
            <p:ph type="subTitle" idx="7"/>
          </p:nvPr>
        </p:nvSpPr>
        <p:spPr>
          <a:xfrm>
            <a:off x="1697075" y="3028372"/>
            <a:ext cx="21189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rtl="0">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rtl="0">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rtl="0">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rtl="0">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rtl="0">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rtl="0">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rtl="0">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rtl="0">
              <a:lnSpc>
                <a:spcPct val="100000"/>
              </a:lnSpc>
              <a:spcBef>
                <a:spcPts val="0"/>
              </a:spcBef>
              <a:spcAft>
                <a:spcPts val="0"/>
              </a:spcAft>
              <a:buSzPts val="2000"/>
              <a:buFont typeface="Trispace"/>
              <a:buNone/>
              <a:defRPr sz="2000">
                <a:latin typeface="Trispace"/>
                <a:ea typeface="Trispace"/>
                <a:cs typeface="Trispace"/>
                <a:sym typeface="Trispace"/>
              </a:defRPr>
            </a:lvl9pPr>
          </a:lstStyle>
          <a:p>
            <a:endParaRPr/>
          </a:p>
        </p:txBody>
      </p:sp>
      <p:sp>
        <p:nvSpPr>
          <p:cNvPr id="198" name="Google Shape;198;p16"/>
          <p:cNvSpPr txBox="1">
            <a:spLocks noGrp="1"/>
          </p:cNvSpPr>
          <p:nvPr>
            <p:ph type="subTitle" idx="8"/>
          </p:nvPr>
        </p:nvSpPr>
        <p:spPr>
          <a:xfrm>
            <a:off x="1697075" y="3921705"/>
            <a:ext cx="21189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algn="ctr" rtl="0">
              <a:lnSpc>
                <a:spcPct val="100000"/>
              </a:lnSpc>
              <a:spcBef>
                <a:spcPts val="0"/>
              </a:spcBef>
              <a:spcAft>
                <a:spcPts val="0"/>
              </a:spcAft>
              <a:buSzPts val="2000"/>
              <a:buFont typeface="Trispace"/>
              <a:buNone/>
              <a:defRPr sz="2000">
                <a:latin typeface="Trispace"/>
                <a:ea typeface="Trispace"/>
                <a:cs typeface="Trispace"/>
                <a:sym typeface="Trispace"/>
              </a:defRPr>
            </a:lvl2pPr>
            <a:lvl3pPr lvl="2" algn="ctr" rtl="0">
              <a:lnSpc>
                <a:spcPct val="100000"/>
              </a:lnSpc>
              <a:spcBef>
                <a:spcPts val="0"/>
              </a:spcBef>
              <a:spcAft>
                <a:spcPts val="0"/>
              </a:spcAft>
              <a:buSzPts val="2000"/>
              <a:buFont typeface="Trispace"/>
              <a:buNone/>
              <a:defRPr sz="2000">
                <a:latin typeface="Trispace"/>
                <a:ea typeface="Trispace"/>
                <a:cs typeface="Trispace"/>
                <a:sym typeface="Trispace"/>
              </a:defRPr>
            </a:lvl3pPr>
            <a:lvl4pPr lvl="3" algn="ctr" rtl="0">
              <a:lnSpc>
                <a:spcPct val="100000"/>
              </a:lnSpc>
              <a:spcBef>
                <a:spcPts val="0"/>
              </a:spcBef>
              <a:spcAft>
                <a:spcPts val="0"/>
              </a:spcAft>
              <a:buSzPts val="2000"/>
              <a:buFont typeface="Trispace"/>
              <a:buNone/>
              <a:defRPr sz="2000">
                <a:latin typeface="Trispace"/>
                <a:ea typeface="Trispace"/>
                <a:cs typeface="Trispace"/>
                <a:sym typeface="Trispace"/>
              </a:defRPr>
            </a:lvl4pPr>
            <a:lvl5pPr lvl="4" algn="ctr" rtl="0">
              <a:lnSpc>
                <a:spcPct val="100000"/>
              </a:lnSpc>
              <a:spcBef>
                <a:spcPts val="0"/>
              </a:spcBef>
              <a:spcAft>
                <a:spcPts val="0"/>
              </a:spcAft>
              <a:buSzPts val="2000"/>
              <a:buFont typeface="Trispace"/>
              <a:buNone/>
              <a:defRPr sz="2000">
                <a:latin typeface="Trispace"/>
                <a:ea typeface="Trispace"/>
                <a:cs typeface="Trispace"/>
                <a:sym typeface="Trispace"/>
              </a:defRPr>
            </a:lvl5pPr>
            <a:lvl6pPr lvl="5" algn="ctr" rtl="0">
              <a:lnSpc>
                <a:spcPct val="100000"/>
              </a:lnSpc>
              <a:spcBef>
                <a:spcPts val="0"/>
              </a:spcBef>
              <a:spcAft>
                <a:spcPts val="0"/>
              </a:spcAft>
              <a:buSzPts val="2000"/>
              <a:buFont typeface="Trispace"/>
              <a:buNone/>
              <a:defRPr sz="2000">
                <a:latin typeface="Trispace"/>
                <a:ea typeface="Trispace"/>
                <a:cs typeface="Trispace"/>
                <a:sym typeface="Trispace"/>
              </a:defRPr>
            </a:lvl6pPr>
            <a:lvl7pPr lvl="6" algn="ctr" rtl="0">
              <a:lnSpc>
                <a:spcPct val="100000"/>
              </a:lnSpc>
              <a:spcBef>
                <a:spcPts val="0"/>
              </a:spcBef>
              <a:spcAft>
                <a:spcPts val="0"/>
              </a:spcAft>
              <a:buSzPts val="2000"/>
              <a:buFont typeface="Trispace"/>
              <a:buNone/>
              <a:defRPr sz="2000">
                <a:latin typeface="Trispace"/>
                <a:ea typeface="Trispace"/>
                <a:cs typeface="Trispace"/>
                <a:sym typeface="Trispace"/>
              </a:defRPr>
            </a:lvl7pPr>
            <a:lvl8pPr lvl="7" algn="ctr" rtl="0">
              <a:lnSpc>
                <a:spcPct val="100000"/>
              </a:lnSpc>
              <a:spcBef>
                <a:spcPts val="0"/>
              </a:spcBef>
              <a:spcAft>
                <a:spcPts val="0"/>
              </a:spcAft>
              <a:buSzPts val="2000"/>
              <a:buFont typeface="Trispace"/>
              <a:buNone/>
              <a:defRPr sz="2000">
                <a:latin typeface="Trispace"/>
                <a:ea typeface="Trispace"/>
                <a:cs typeface="Trispace"/>
                <a:sym typeface="Trispace"/>
              </a:defRPr>
            </a:lvl8pPr>
            <a:lvl9pPr lvl="8" algn="ctr" rtl="0">
              <a:lnSpc>
                <a:spcPct val="100000"/>
              </a:lnSpc>
              <a:spcBef>
                <a:spcPts val="0"/>
              </a:spcBef>
              <a:spcAft>
                <a:spcPts val="0"/>
              </a:spcAft>
              <a:buSzPts val="2000"/>
              <a:buFont typeface="Trispace"/>
              <a:buNone/>
              <a:defRPr sz="2000">
                <a:latin typeface="Trispace"/>
                <a:ea typeface="Trispace"/>
                <a:cs typeface="Trispace"/>
                <a:sym typeface="Trispace"/>
              </a:defRPr>
            </a:lvl9pPr>
          </a:lstStyle>
          <a:p>
            <a:endParaRPr/>
          </a:p>
        </p:txBody>
      </p:sp>
    </p:spTree>
    <p:extLst>
      <p:ext uri="{BB962C8B-B14F-4D97-AF65-F5344CB8AC3E}">
        <p14:creationId xmlns:p14="http://schemas.microsoft.com/office/powerpoint/2010/main" val="384898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08"/>
        <p:cNvGrpSpPr/>
        <p:nvPr/>
      </p:nvGrpSpPr>
      <p:grpSpPr>
        <a:xfrm>
          <a:off x="0" y="0"/>
          <a:ext cx="0" cy="0"/>
          <a:chOff x="0" y="0"/>
          <a:chExt cx="0" cy="0"/>
        </a:xfrm>
      </p:grpSpPr>
      <p:sp>
        <p:nvSpPr>
          <p:cNvPr id="120" name="Google Shape;120;p11"/>
          <p:cNvSpPr txBox="1">
            <a:spLocks noGrp="1"/>
          </p:cNvSpPr>
          <p:nvPr>
            <p:ph type="title" hasCustomPrompt="1"/>
          </p:nvPr>
        </p:nvSpPr>
        <p:spPr>
          <a:xfrm>
            <a:off x="1373900" y="2994097"/>
            <a:ext cx="6396600" cy="9783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1" name="Google Shape;121;p11"/>
          <p:cNvSpPr txBox="1">
            <a:spLocks noGrp="1"/>
          </p:cNvSpPr>
          <p:nvPr>
            <p:ph type="subTitle" idx="1"/>
          </p:nvPr>
        </p:nvSpPr>
        <p:spPr>
          <a:xfrm>
            <a:off x="3180375" y="3972588"/>
            <a:ext cx="27837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solidFill>
                  <a:schemeClr val="dk1"/>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extLst>
      <p:ext uri="{BB962C8B-B14F-4D97-AF65-F5344CB8AC3E}">
        <p14:creationId xmlns:p14="http://schemas.microsoft.com/office/powerpoint/2010/main" val="137564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9A0529BF-F2B4-470B-BED9-5150129068FF}" type="datetimeFigureOut">
              <a:rPr lang="en-IN" smtClean="0"/>
              <a:t>10-07-2026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194932F-1501-4AE9-B16F-0EB9D769A6E1}" type="slidenum">
              <a:rPr lang="en-IN" smtClean="0"/>
              <a:t>‹#›</a:t>
            </a:fld>
            <a:endParaRPr lang="en-IN"/>
          </a:p>
        </p:txBody>
      </p:sp>
    </p:spTree>
    <p:extLst>
      <p:ext uri="{BB962C8B-B14F-4D97-AF65-F5344CB8AC3E}">
        <p14:creationId xmlns:p14="http://schemas.microsoft.com/office/powerpoint/2010/main" val="310844854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durgtejavaka@gmail.co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microsoft.com/office/2007/relationships/hdphoto" Target="../media/hdphoto1.wdp"/><Relationship Id="rId4" Type="http://schemas.openxmlformats.org/officeDocument/2006/relationships/diagramData" Target="../diagrams/data1.xml"/><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grpSp>
        <p:nvGrpSpPr>
          <p:cNvPr id="316" name="Google Shape;316;p28"/>
          <p:cNvGrpSpPr/>
          <p:nvPr/>
        </p:nvGrpSpPr>
        <p:grpSpPr>
          <a:xfrm>
            <a:off x="4996653" y="-305023"/>
            <a:ext cx="4646311" cy="5754710"/>
            <a:chOff x="4996653" y="-305023"/>
            <a:chExt cx="4646311" cy="5754710"/>
          </a:xfrm>
        </p:grpSpPr>
        <p:grpSp>
          <p:nvGrpSpPr>
            <p:cNvPr id="317" name="Google Shape;317;p28"/>
            <p:cNvGrpSpPr/>
            <p:nvPr/>
          </p:nvGrpSpPr>
          <p:grpSpPr>
            <a:xfrm>
              <a:off x="4996653" y="-305023"/>
              <a:ext cx="4646311" cy="5754710"/>
              <a:chOff x="4538025" y="-782873"/>
              <a:chExt cx="5023039" cy="6221308"/>
            </a:xfrm>
          </p:grpSpPr>
          <p:grpSp>
            <p:nvGrpSpPr>
              <p:cNvPr id="318" name="Google Shape;318;p28"/>
              <p:cNvGrpSpPr/>
              <p:nvPr/>
            </p:nvGrpSpPr>
            <p:grpSpPr>
              <a:xfrm>
                <a:off x="4538025" y="182501"/>
                <a:ext cx="4013995" cy="5255934"/>
                <a:chOff x="4814250" y="182501"/>
                <a:chExt cx="4013995" cy="5255934"/>
              </a:xfrm>
            </p:grpSpPr>
            <p:grpSp>
              <p:nvGrpSpPr>
                <p:cNvPr id="319" name="Google Shape;319;p28"/>
                <p:cNvGrpSpPr/>
                <p:nvPr/>
              </p:nvGrpSpPr>
              <p:grpSpPr>
                <a:xfrm>
                  <a:off x="5653380" y="891630"/>
                  <a:ext cx="3084513" cy="4546804"/>
                  <a:chOff x="2578080" y="1561820"/>
                  <a:chExt cx="1345832" cy="1983858"/>
                </a:xfrm>
              </p:grpSpPr>
              <p:sp>
                <p:nvSpPr>
                  <p:cNvPr id="320" name="Google Shape;320;p28"/>
                  <p:cNvSpPr/>
                  <p:nvPr/>
                </p:nvSpPr>
                <p:spPr>
                  <a:xfrm>
                    <a:off x="2578080" y="2824581"/>
                    <a:ext cx="931084" cy="13690"/>
                  </a:xfrm>
                  <a:custGeom>
                    <a:avLst/>
                    <a:gdLst/>
                    <a:ahLst/>
                    <a:cxnLst/>
                    <a:rect l="l" t="t" r="r" b="b"/>
                    <a:pathLst>
                      <a:path w="14078" h="207" extrusionOk="0">
                        <a:moveTo>
                          <a:pt x="98" y="1"/>
                        </a:moveTo>
                        <a:cubicBezTo>
                          <a:pt x="45" y="1"/>
                          <a:pt x="0" y="46"/>
                          <a:pt x="0" y="108"/>
                        </a:cubicBezTo>
                        <a:cubicBezTo>
                          <a:pt x="0" y="161"/>
                          <a:pt x="45" y="206"/>
                          <a:pt x="98" y="206"/>
                        </a:cubicBezTo>
                        <a:lnTo>
                          <a:pt x="13970" y="206"/>
                        </a:lnTo>
                        <a:cubicBezTo>
                          <a:pt x="14024" y="206"/>
                          <a:pt x="14077" y="161"/>
                          <a:pt x="14077" y="108"/>
                        </a:cubicBezTo>
                        <a:cubicBezTo>
                          <a:pt x="14077" y="46"/>
                          <a:pt x="14024" y="1"/>
                          <a:pt x="13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1" name="Google Shape;321;p28"/>
                  <p:cNvSpPr/>
                  <p:nvPr/>
                </p:nvSpPr>
                <p:spPr>
                  <a:xfrm>
                    <a:off x="2594549" y="2805137"/>
                    <a:ext cx="1329364" cy="740542"/>
                  </a:xfrm>
                  <a:custGeom>
                    <a:avLst/>
                    <a:gdLst/>
                    <a:ahLst/>
                    <a:cxnLst/>
                    <a:rect l="l" t="t" r="r" b="b"/>
                    <a:pathLst>
                      <a:path w="20100" h="11197" extrusionOk="0">
                        <a:moveTo>
                          <a:pt x="5791" y="63"/>
                        </a:moveTo>
                        <a:cubicBezTo>
                          <a:pt x="5398" y="170"/>
                          <a:pt x="5023" y="438"/>
                          <a:pt x="4907" y="830"/>
                        </a:cubicBezTo>
                        <a:lnTo>
                          <a:pt x="4907" y="830"/>
                        </a:lnTo>
                        <a:cubicBezTo>
                          <a:pt x="4319" y="687"/>
                          <a:pt x="3730" y="625"/>
                          <a:pt x="3132" y="580"/>
                        </a:cubicBezTo>
                        <a:lnTo>
                          <a:pt x="3132" y="580"/>
                        </a:lnTo>
                        <a:cubicBezTo>
                          <a:pt x="2971" y="563"/>
                          <a:pt x="2811" y="554"/>
                          <a:pt x="2650" y="563"/>
                        </a:cubicBezTo>
                        <a:lnTo>
                          <a:pt x="2650" y="563"/>
                        </a:lnTo>
                        <a:cubicBezTo>
                          <a:pt x="2490" y="563"/>
                          <a:pt x="2329" y="580"/>
                          <a:pt x="2169" y="580"/>
                        </a:cubicBezTo>
                        <a:lnTo>
                          <a:pt x="2169" y="580"/>
                        </a:lnTo>
                        <a:cubicBezTo>
                          <a:pt x="1901" y="589"/>
                          <a:pt x="1633" y="563"/>
                          <a:pt x="1366" y="536"/>
                        </a:cubicBezTo>
                        <a:lnTo>
                          <a:pt x="1366" y="536"/>
                        </a:lnTo>
                        <a:cubicBezTo>
                          <a:pt x="1053" y="500"/>
                          <a:pt x="697" y="563"/>
                          <a:pt x="411" y="687"/>
                        </a:cubicBezTo>
                        <a:lnTo>
                          <a:pt x="411" y="687"/>
                        </a:lnTo>
                        <a:cubicBezTo>
                          <a:pt x="286" y="741"/>
                          <a:pt x="161" y="830"/>
                          <a:pt x="90" y="946"/>
                        </a:cubicBezTo>
                        <a:lnTo>
                          <a:pt x="90" y="946"/>
                        </a:lnTo>
                        <a:cubicBezTo>
                          <a:pt x="19" y="1062"/>
                          <a:pt x="1" y="1214"/>
                          <a:pt x="63" y="1339"/>
                        </a:cubicBezTo>
                        <a:lnTo>
                          <a:pt x="63" y="1339"/>
                        </a:lnTo>
                        <a:cubicBezTo>
                          <a:pt x="108" y="1428"/>
                          <a:pt x="197" y="1499"/>
                          <a:pt x="295" y="1535"/>
                        </a:cubicBezTo>
                        <a:lnTo>
                          <a:pt x="295" y="1535"/>
                        </a:lnTo>
                        <a:cubicBezTo>
                          <a:pt x="474" y="1606"/>
                          <a:pt x="652" y="1588"/>
                          <a:pt x="830" y="1562"/>
                        </a:cubicBezTo>
                        <a:lnTo>
                          <a:pt x="830" y="1562"/>
                        </a:lnTo>
                        <a:cubicBezTo>
                          <a:pt x="964" y="1553"/>
                          <a:pt x="1098" y="1535"/>
                          <a:pt x="1241" y="1562"/>
                        </a:cubicBezTo>
                        <a:lnTo>
                          <a:pt x="1241" y="1562"/>
                        </a:lnTo>
                        <a:cubicBezTo>
                          <a:pt x="1366" y="1580"/>
                          <a:pt x="1482" y="1633"/>
                          <a:pt x="1607" y="1651"/>
                        </a:cubicBezTo>
                        <a:lnTo>
                          <a:pt x="1607" y="1651"/>
                        </a:lnTo>
                        <a:cubicBezTo>
                          <a:pt x="1687" y="1660"/>
                          <a:pt x="1767" y="1651"/>
                          <a:pt x="1856" y="1642"/>
                        </a:cubicBezTo>
                        <a:lnTo>
                          <a:pt x="1856" y="1642"/>
                        </a:lnTo>
                        <a:cubicBezTo>
                          <a:pt x="1937" y="1633"/>
                          <a:pt x="2026" y="1624"/>
                          <a:pt x="2106" y="1633"/>
                        </a:cubicBezTo>
                        <a:lnTo>
                          <a:pt x="2106" y="1633"/>
                        </a:lnTo>
                        <a:cubicBezTo>
                          <a:pt x="2222" y="1642"/>
                          <a:pt x="2320" y="1687"/>
                          <a:pt x="2427" y="1731"/>
                        </a:cubicBezTo>
                        <a:lnTo>
                          <a:pt x="2427" y="1731"/>
                        </a:lnTo>
                        <a:cubicBezTo>
                          <a:pt x="2713" y="1847"/>
                          <a:pt x="3016" y="1927"/>
                          <a:pt x="3319" y="1972"/>
                        </a:cubicBezTo>
                        <a:lnTo>
                          <a:pt x="3319" y="1972"/>
                        </a:lnTo>
                        <a:cubicBezTo>
                          <a:pt x="4087" y="2097"/>
                          <a:pt x="4800" y="2418"/>
                          <a:pt x="5469" y="2802"/>
                        </a:cubicBezTo>
                        <a:lnTo>
                          <a:pt x="5469" y="2802"/>
                        </a:lnTo>
                        <a:cubicBezTo>
                          <a:pt x="5782" y="2980"/>
                          <a:pt x="6076" y="3194"/>
                          <a:pt x="6379" y="3382"/>
                        </a:cubicBezTo>
                        <a:lnTo>
                          <a:pt x="6379" y="3382"/>
                        </a:lnTo>
                        <a:cubicBezTo>
                          <a:pt x="6692" y="3578"/>
                          <a:pt x="7048" y="3685"/>
                          <a:pt x="7387" y="3783"/>
                        </a:cubicBezTo>
                        <a:lnTo>
                          <a:pt x="7387" y="3783"/>
                        </a:lnTo>
                        <a:cubicBezTo>
                          <a:pt x="7753" y="3890"/>
                          <a:pt x="8119" y="3988"/>
                          <a:pt x="8494" y="4042"/>
                        </a:cubicBezTo>
                        <a:lnTo>
                          <a:pt x="8494" y="4042"/>
                        </a:lnTo>
                        <a:cubicBezTo>
                          <a:pt x="8868" y="4104"/>
                          <a:pt x="9243" y="4095"/>
                          <a:pt x="9618" y="4140"/>
                        </a:cubicBezTo>
                        <a:lnTo>
                          <a:pt x="9618" y="4140"/>
                        </a:lnTo>
                        <a:cubicBezTo>
                          <a:pt x="10394" y="4238"/>
                          <a:pt x="11161" y="4399"/>
                          <a:pt x="11901" y="4622"/>
                        </a:cubicBezTo>
                        <a:lnTo>
                          <a:pt x="11901" y="4622"/>
                        </a:lnTo>
                        <a:cubicBezTo>
                          <a:pt x="12223" y="4720"/>
                          <a:pt x="12535" y="4854"/>
                          <a:pt x="12767" y="5094"/>
                        </a:cubicBezTo>
                        <a:lnTo>
                          <a:pt x="12767" y="5094"/>
                        </a:lnTo>
                        <a:cubicBezTo>
                          <a:pt x="13097" y="5451"/>
                          <a:pt x="13320" y="5915"/>
                          <a:pt x="13570" y="6334"/>
                        </a:cubicBezTo>
                        <a:lnTo>
                          <a:pt x="13570" y="6334"/>
                        </a:lnTo>
                        <a:cubicBezTo>
                          <a:pt x="13855" y="6807"/>
                          <a:pt x="14141" y="7289"/>
                          <a:pt x="14417" y="7771"/>
                        </a:cubicBezTo>
                        <a:lnTo>
                          <a:pt x="14417" y="7771"/>
                        </a:lnTo>
                        <a:cubicBezTo>
                          <a:pt x="15051" y="8904"/>
                          <a:pt x="15648" y="10046"/>
                          <a:pt x="16246" y="11196"/>
                        </a:cubicBezTo>
                        <a:lnTo>
                          <a:pt x="16246" y="11196"/>
                        </a:lnTo>
                        <a:lnTo>
                          <a:pt x="20037" y="11196"/>
                        </a:lnTo>
                        <a:lnTo>
                          <a:pt x="20100" y="9368"/>
                        </a:lnTo>
                        <a:cubicBezTo>
                          <a:pt x="19404" y="8636"/>
                          <a:pt x="18717" y="7887"/>
                          <a:pt x="18048" y="7128"/>
                        </a:cubicBezTo>
                        <a:lnTo>
                          <a:pt x="18048" y="7128"/>
                        </a:lnTo>
                        <a:cubicBezTo>
                          <a:pt x="17914" y="6968"/>
                          <a:pt x="17780" y="6816"/>
                          <a:pt x="17647" y="6665"/>
                        </a:cubicBezTo>
                        <a:lnTo>
                          <a:pt x="17647" y="6665"/>
                        </a:lnTo>
                        <a:cubicBezTo>
                          <a:pt x="17459" y="6450"/>
                          <a:pt x="17272" y="6236"/>
                          <a:pt x="17085" y="6022"/>
                        </a:cubicBezTo>
                        <a:lnTo>
                          <a:pt x="17085" y="6022"/>
                        </a:lnTo>
                        <a:cubicBezTo>
                          <a:pt x="16870" y="5772"/>
                          <a:pt x="16647" y="5523"/>
                          <a:pt x="16442" y="5264"/>
                        </a:cubicBezTo>
                        <a:lnTo>
                          <a:pt x="16442" y="5264"/>
                        </a:lnTo>
                        <a:cubicBezTo>
                          <a:pt x="15818" y="4443"/>
                          <a:pt x="15336" y="3524"/>
                          <a:pt x="14908" y="2588"/>
                        </a:cubicBezTo>
                        <a:lnTo>
                          <a:pt x="14908" y="2588"/>
                        </a:lnTo>
                        <a:cubicBezTo>
                          <a:pt x="14489" y="1651"/>
                          <a:pt x="13659" y="902"/>
                          <a:pt x="12695" y="563"/>
                        </a:cubicBezTo>
                        <a:lnTo>
                          <a:pt x="12695" y="563"/>
                        </a:lnTo>
                        <a:cubicBezTo>
                          <a:pt x="12196" y="393"/>
                          <a:pt x="11661" y="331"/>
                          <a:pt x="11143" y="393"/>
                        </a:cubicBezTo>
                        <a:lnTo>
                          <a:pt x="11143" y="393"/>
                        </a:lnTo>
                        <a:cubicBezTo>
                          <a:pt x="10501" y="482"/>
                          <a:pt x="9975" y="670"/>
                          <a:pt x="9314" y="527"/>
                        </a:cubicBezTo>
                        <a:lnTo>
                          <a:pt x="9314" y="527"/>
                        </a:lnTo>
                        <a:cubicBezTo>
                          <a:pt x="8538" y="366"/>
                          <a:pt x="7780" y="170"/>
                          <a:pt x="6995" y="63"/>
                        </a:cubicBezTo>
                        <a:lnTo>
                          <a:pt x="6995" y="63"/>
                        </a:lnTo>
                        <a:cubicBezTo>
                          <a:pt x="6772" y="27"/>
                          <a:pt x="6549" y="1"/>
                          <a:pt x="6326" y="1"/>
                        </a:cubicBezTo>
                        <a:lnTo>
                          <a:pt x="6326" y="1"/>
                        </a:lnTo>
                        <a:cubicBezTo>
                          <a:pt x="6138" y="1"/>
                          <a:pt x="5960" y="18"/>
                          <a:pt x="5791" y="63"/>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322" name="Google Shape;322;p28"/>
                  <p:cNvGrpSpPr/>
                  <p:nvPr/>
                </p:nvGrpSpPr>
                <p:grpSpPr>
                  <a:xfrm>
                    <a:off x="2587210" y="1561820"/>
                    <a:ext cx="912848" cy="926858"/>
                    <a:chOff x="2750971" y="1431167"/>
                    <a:chExt cx="602778" cy="612030"/>
                  </a:xfrm>
                </p:grpSpPr>
                <p:sp>
                  <p:nvSpPr>
                    <p:cNvPr id="323" name="Google Shape;323;p28"/>
                    <p:cNvSpPr/>
                    <p:nvPr/>
                  </p:nvSpPr>
                  <p:spPr>
                    <a:xfrm>
                      <a:off x="2976492" y="1662572"/>
                      <a:ext cx="151741" cy="148308"/>
                    </a:xfrm>
                    <a:custGeom>
                      <a:avLst/>
                      <a:gdLst/>
                      <a:ahLst/>
                      <a:cxnLst/>
                      <a:rect l="l" t="t" r="r" b="b"/>
                      <a:pathLst>
                        <a:path w="2785" h="2722" extrusionOk="0">
                          <a:moveTo>
                            <a:pt x="786" y="0"/>
                          </a:moveTo>
                          <a:cubicBezTo>
                            <a:pt x="349" y="0"/>
                            <a:pt x="1" y="357"/>
                            <a:pt x="1" y="794"/>
                          </a:cubicBezTo>
                          <a:lnTo>
                            <a:pt x="1" y="1927"/>
                          </a:lnTo>
                          <a:cubicBezTo>
                            <a:pt x="1" y="2364"/>
                            <a:pt x="349" y="2721"/>
                            <a:pt x="786" y="2721"/>
                          </a:cubicBezTo>
                          <a:lnTo>
                            <a:pt x="1999" y="2721"/>
                          </a:lnTo>
                          <a:cubicBezTo>
                            <a:pt x="2436" y="2721"/>
                            <a:pt x="2784" y="2364"/>
                            <a:pt x="2784" y="1927"/>
                          </a:cubicBezTo>
                          <a:lnTo>
                            <a:pt x="2784" y="794"/>
                          </a:lnTo>
                          <a:cubicBezTo>
                            <a:pt x="2784" y="357"/>
                            <a:pt x="2436" y="0"/>
                            <a:pt x="1999"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4" name="Google Shape;324;p28"/>
                    <p:cNvSpPr/>
                    <p:nvPr/>
                  </p:nvSpPr>
                  <p:spPr>
                    <a:xfrm>
                      <a:off x="2998395" y="1683931"/>
                      <a:ext cx="107935" cy="105537"/>
                    </a:xfrm>
                    <a:custGeom>
                      <a:avLst/>
                      <a:gdLst/>
                      <a:ahLst/>
                      <a:cxnLst/>
                      <a:rect l="l" t="t" r="r" b="b"/>
                      <a:pathLst>
                        <a:path w="1981" h="1937" extrusionOk="0">
                          <a:moveTo>
                            <a:pt x="562" y="1"/>
                          </a:moveTo>
                          <a:cubicBezTo>
                            <a:pt x="250" y="1"/>
                            <a:pt x="0" y="259"/>
                            <a:pt x="0" y="563"/>
                          </a:cubicBezTo>
                          <a:lnTo>
                            <a:pt x="0" y="1375"/>
                          </a:lnTo>
                          <a:cubicBezTo>
                            <a:pt x="0" y="1687"/>
                            <a:pt x="250" y="1937"/>
                            <a:pt x="562" y="1937"/>
                          </a:cubicBezTo>
                          <a:lnTo>
                            <a:pt x="1419" y="1937"/>
                          </a:lnTo>
                          <a:cubicBezTo>
                            <a:pt x="1731" y="1937"/>
                            <a:pt x="1981" y="1687"/>
                            <a:pt x="1981" y="1375"/>
                          </a:cubicBezTo>
                          <a:lnTo>
                            <a:pt x="1981" y="563"/>
                          </a:lnTo>
                          <a:cubicBezTo>
                            <a:pt x="1981" y="259"/>
                            <a:pt x="1731" y="1"/>
                            <a:pt x="1419"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5" name="Google Shape;325;p28"/>
                    <p:cNvSpPr/>
                    <p:nvPr/>
                  </p:nvSpPr>
                  <p:spPr>
                    <a:xfrm>
                      <a:off x="3128183" y="1772417"/>
                      <a:ext cx="133216" cy="111858"/>
                    </a:xfrm>
                    <a:custGeom>
                      <a:avLst/>
                      <a:gdLst/>
                      <a:ahLst/>
                      <a:cxnLst/>
                      <a:rect l="l" t="t" r="r" b="b"/>
                      <a:pathLst>
                        <a:path w="2445" h="2053" extrusionOk="0">
                          <a:moveTo>
                            <a:pt x="0" y="0"/>
                          </a:moveTo>
                          <a:lnTo>
                            <a:pt x="0" y="18"/>
                          </a:lnTo>
                          <a:lnTo>
                            <a:pt x="928" y="18"/>
                          </a:lnTo>
                          <a:lnTo>
                            <a:pt x="2427" y="1499"/>
                          </a:lnTo>
                          <a:lnTo>
                            <a:pt x="2427" y="2052"/>
                          </a:lnTo>
                          <a:lnTo>
                            <a:pt x="2445" y="2052"/>
                          </a:lnTo>
                          <a:lnTo>
                            <a:pt x="2445" y="1490"/>
                          </a:lnTo>
                          <a:lnTo>
                            <a:pt x="937" y="0"/>
                          </a:ln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6" name="Google Shape;326;p28"/>
                    <p:cNvSpPr/>
                    <p:nvPr/>
                  </p:nvSpPr>
                  <p:spPr>
                    <a:xfrm>
                      <a:off x="3108731" y="1823743"/>
                      <a:ext cx="45713" cy="93769"/>
                    </a:xfrm>
                    <a:custGeom>
                      <a:avLst/>
                      <a:gdLst/>
                      <a:ahLst/>
                      <a:cxnLst/>
                      <a:rect l="l" t="t" r="r" b="b"/>
                      <a:pathLst>
                        <a:path w="839" h="1721" extrusionOk="0">
                          <a:moveTo>
                            <a:pt x="61" y="1"/>
                          </a:moveTo>
                          <a:cubicBezTo>
                            <a:pt x="41" y="1"/>
                            <a:pt x="23" y="11"/>
                            <a:pt x="9" y="31"/>
                          </a:cubicBezTo>
                          <a:cubicBezTo>
                            <a:pt x="0" y="58"/>
                            <a:pt x="9" y="84"/>
                            <a:pt x="36" y="102"/>
                          </a:cubicBezTo>
                          <a:lnTo>
                            <a:pt x="54" y="102"/>
                          </a:lnTo>
                          <a:lnTo>
                            <a:pt x="54" y="218"/>
                          </a:lnTo>
                          <a:lnTo>
                            <a:pt x="768" y="932"/>
                          </a:lnTo>
                          <a:lnTo>
                            <a:pt x="768" y="1610"/>
                          </a:lnTo>
                          <a:cubicBezTo>
                            <a:pt x="750" y="1619"/>
                            <a:pt x="741" y="1628"/>
                            <a:pt x="732" y="1637"/>
                          </a:cubicBezTo>
                          <a:cubicBezTo>
                            <a:pt x="714" y="1663"/>
                            <a:pt x="732" y="1699"/>
                            <a:pt x="759" y="1717"/>
                          </a:cubicBezTo>
                          <a:cubicBezTo>
                            <a:pt x="765" y="1719"/>
                            <a:pt x="772" y="1720"/>
                            <a:pt x="779" y="1720"/>
                          </a:cubicBezTo>
                          <a:cubicBezTo>
                            <a:pt x="798" y="1720"/>
                            <a:pt x="817" y="1710"/>
                            <a:pt x="830" y="1690"/>
                          </a:cubicBezTo>
                          <a:cubicBezTo>
                            <a:pt x="839" y="1663"/>
                            <a:pt x="830" y="1628"/>
                            <a:pt x="803" y="1619"/>
                          </a:cubicBezTo>
                          <a:cubicBezTo>
                            <a:pt x="794" y="1619"/>
                            <a:pt x="794" y="1610"/>
                            <a:pt x="785" y="1610"/>
                          </a:cubicBezTo>
                          <a:lnTo>
                            <a:pt x="785" y="923"/>
                          </a:lnTo>
                          <a:lnTo>
                            <a:pt x="72" y="209"/>
                          </a:lnTo>
                          <a:lnTo>
                            <a:pt x="72" y="102"/>
                          </a:lnTo>
                          <a:cubicBezTo>
                            <a:pt x="81" y="102"/>
                            <a:pt x="99" y="93"/>
                            <a:pt x="107" y="75"/>
                          </a:cubicBezTo>
                          <a:cubicBezTo>
                            <a:pt x="125" y="49"/>
                            <a:pt x="107" y="22"/>
                            <a:pt x="81" y="4"/>
                          </a:cubicBezTo>
                          <a:cubicBezTo>
                            <a:pt x="74" y="2"/>
                            <a:pt x="67" y="1"/>
                            <a:pt x="61"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7" name="Google Shape;327;p28"/>
                    <p:cNvSpPr/>
                    <p:nvPr/>
                  </p:nvSpPr>
                  <p:spPr>
                    <a:xfrm>
                      <a:off x="3168503" y="1553163"/>
                      <a:ext cx="74427" cy="68597"/>
                    </a:xfrm>
                    <a:custGeom>
                      <a:avLst/>
                      <a:gdLst/>
                      <a:ahLst/>
                      <a:cxnLst/>
                      <a:rect l="l" t="t" r="r" b="b"/>
                      <a:pathLst>
                        <a:path w="1366" h="1259" extrusionOk="0">
                          <a:moveTo>
                            <a:pt x="90" y="1"/>
                          </a:moveTo>
                          <a:cubicBezTo>
                            <a:pt x="45" y="1"/>
                            <a:pt x="1" y="37"/>
                            <a:pt x="1" y="90"/>
                          </a:cubicBezTo>
                          <a:cubicBezTo>
                            <a:pt x="1" y="135"/>
                            <a:pt x="36" y="170"/>
                            <a:pt x="81" y="170"/>
                          </a:cubicBezTo>
                          <a:lnTo>
                            <a:pt x="81" y="536"/>
                          </a:lnTo>
                          <a:lnTo>
                            <a:pt x="768" y="1214"/>
                          </a:lnTo>
                          <a:lnTo>
                            <a:pt x="1259" y="1214"/>
                          </a:lnTo>
                          <a:cubicBezTo>
                            <a:pt x="1259" y="1241"/>
                            <a:pt x="1285" y="1259"/>
                            <a:pt x="1312" y="1259"/>
                          </a:cubicBezTo>
                          <a:cubicBezTo>
                            <a:pt x="1339" y="1259"/>
                            <a:pt x="1366" y="1241"/>
                            <a:pt x="1366" y="1205"/>
                          </a:cubicBezTo>
                          <a:cubicBezTo>
                            <a:pt x="1366" y="1179"/>
                            <a:pt x="1339" y="1152"/>
                            <a:pt x="1312" y="1152"/>
                          </a:cubicBezTo>
                          <a:cubicBezTo>
                            <a:pt x="1285" y="1152"/>
                            <a:pt x="1259" y="1179"/>
                            <a:pt x="1259" y="1196"/>
                          </a:cubicBezTo>
                          <a:lnTo>
                            <a:pt x="777" y="1196"/>
                          </a:lnTo>
                          <a:lnTo>
                            <a:pt x="99" y="527"/>
                          </a:lnTo>
                          <a:lnTo>
                            <a:pt x="99" y="170"/>
                          </a:lnTo>
                          <a:cubicBezTo>
                            <a:pt x="143" y="170"/>
                            <a:pt x="179" y="135"/>
                            <a:pt x="179" y="90"/>
                          </a:cubicBezTo>
                          <a:cubicBezTo>
                            <a:pt x="179" y="37"/>
                            <a:pt x="134" y="1"/>
                            <a:pt x="90"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8" name="Google Shape;328;p28"/>
                    <p:cNvSpPr/>
                    <p:nvPr/>
                  </p:nvSpPr>
                  <p:spPr>
                    <a:xfrm>
                      <a:off x="3191333" y="1572124"/>
                      <a:ext cx="49145" cy="33127"/>
                    </a:xfrm>
                    <a:custGeom>
                      <a:avLst/>
                      <a:gdLst/>
                      <a:ahLst/>
                      <a:cxnLst/>
                      <a:rect l="l" t="t" r="r" b="b"/>
                      <a:pathLst>
                        <a:path w="902" h="608" extrusionOk="0">
                          <a:moveTo>
                            <a:pt x="54" y="1"/>
                          </a:moveTo>
                          <a:cubicBezTo>
                            <a:pt x="28" y="1"/>
                            <a:pt x="1" y="19"/>
                            <a:pt x="1" y="54"/>
                          </a:cubicBezTo>
                          <a:cubicBezTo>
                            <a:pt x="1" y="81"/>
                            <a:pt x="28" y="108"/>
                            <a:pt x="54" y="108"/>
                          </a:cubicBezTo>
                          <a:cubicBezTo>
                            <a:pt x="72" y="108"/>
                            <a:pt x="81" y="99"/>
                            <a:pt x="90" y="90"/>
                          </a:cubicBezTo>
                          <a:lnTo>
                            <a:pt x="554" y="563"/>
                          </a:lnTo>
                          <a:lnTo>
                            <a:pt x="804" y="563"/>
                          </a:lnTo>
                          <a:cubicBezTo>
                            <a:pt x="804" y="590"/>
                            <a:pt x="822" y="608"/>
                            <a:pt x="848" y="608"/>
                          </a:cubicBezTo>
                          <a:cubicBezTo>
                            <a:pt x="884" y="608"/>
                            <a:pt x="902" y="590"/>
                            <a:pt x="902" y="554"/>
                          </a:cubicBezTo>
                          <a:cubicBezTo>
                            <a:pt x="902" y="527"/>
                            <a:pt x="884" y="500"/>
                            <a:pt x="848" y="500"/>
                          </a:cubicBezTo>
                          <a:cubicBezTo>
                            <a:pt x="822" y="500"/>
                            <a:pt x="804" y="527"/>
                            <a:pt x="804" y="545"/>
                          </a:cubicBezTo>
                          <a:lnTo>
                            <a:pt x="563" y="545"/>
                          </a:lnTo>
                          <a:lnTo>
                            <a:pt x="99" y="81"/>
                          </a:lnTo>
                          <a:cubicBezTo>
                            <a:pt x="108" y="72"/>
                            <a:pt x="108" y="63"/>
                            <a:pt x="108" y="54"/>
                          </a:cubicBezTo>
                          <a:cubicBezTo>
                            <a:pt x="108" y="19"/>
                            <a:pt x="90"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29" name="Google Shape;329;p28"/>
                    <p:cNvSpPr/>
                    <p:nvPr/>
                  </p:nvSpPr>
                  <p:spPr>
                    <a:xfrm>
                      <a:off x="3115542" y="1585746"/>
                      <a:ext cx="46203" cy="104066"/>
                    </a:xfrm>
                    <a:custGeom>
                      <a:avLst/>
                      <a:gdLst/>
                      <a:ahLst/>
                      <a:cxnLst/>
                      <a:rect l="l" t="t" r="r" b="b"/>
                      <a:pathLst>
                        <a:path w="848" h="1910" extrusionOk="0">
                          <a:moveTo>
                            <a:pt x="54" y="1"/>
                          </a:moveTo>
                          <a:cubicBezTo>
                            <a:pt x="27" y="1"/>
                            <a:pt x="0" y="27"/>
                            <a:pt x="0" y="54"/>
                          </a:cubicBezTo>
                          <a:cubicBezTo>
                            <a:pt x="0" y="81"/>
                            <a:pt x="27" y="108"/>
                            <a:pt x="54" y="108"/>
                          </a:cubicBezTo>
                          <a:cubicBezTo>
                            <a:pt x="63" y="108"/>
                            <a:pt x="72" y="108"/>
                            <a:pt x="81" y="99"/>
                          </a:cubicBezTo>
                          <a:lnTo>
                            <a:pt x="830" y="857"/>
                          </a:lnTo>
                          <a:lnTo>
                            <a:pt x="830" y="1526"/>
                          </a:lnTo>
                          <a:lnTo>
                            <a:pt x="536" y="1812"/>
                          </a:lnTo>
                          <a:cubicBezTo>
                            <a:pt x="527" y="1803"/>
                            <a:pt x="518" y="1803"/>
                            <a:pt x="509" y="1803"/>
                          </a:cubicBezTo>
                          <a:cubicBezTo>
                            <a:pt x="473" y="1803"/>
                            <a:pt x="455" y="1821"/>
                            <a:pt x="455" y="1856"/>
                          </a:cubicBezTo>
                          <a:cubicBezTo>
                            <a:pt x="455" y="1883"/>
                            <a:pt x="473" y="1910"/>
                            <a:pt x="509" y="1910"/>
                          </a:cubicBezTo>
                          <a:cubicBezTo>
                            <a:pt x="536" y="1910"/>
                            <a:pt x="562" y="1883"/>
                            <a:pt x="562" y="1856"/>
                          </a:cubicBezTo>
                          <a:cubicBezTo>
                            <a:pt x="562" y="1838"/>
                            <a:pt x="553" y="1830"/>
                            <a:pt x="553" y="1821"/>
                          </a:cubicBezTo>
                          <a:lnTo>
                            <a:pt x="848" y="1535"/>
                          </a:lnTo>
                          <a:lnTo>
                            <a:pt x="848" y="848"/>
                          </a:lnTo>
                          <a:lnTo>
                            <a:pt x="839" y="839"/>
                          </a:lnTo>
                          <a:lnTo>
                            <a:pt x="98" y="90"/>
                          </a:lnTo>
                          <a:cubicBezTo>
                            <a:pt x="107" y="81"/>
                            <a:pt x="107" y="63"/>
                            <a:pt x="107" y="54"/>
                          </a:cubicBezTo>
                          <a:cubicBezTo>
                            <a:pt x="107" y="27"/>
                            <a:pt x="81"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0" name="Google Shape;330;p28"/>
                    <p:cNvSpPr/>
                    <p:nvPr/>
                  </p:nvSpPr>
                  <p:spPr>
                    <a:xfrm>
                      <a:off x="3168994" y="1778247"/>
                      <a:ext cx="80747" cy="97746"/>
                    </a:xfrm>
                    <a:custGeom>
                      <a:avLst/>
                      <a:gdLst/>
                      <a:ahLst/>
                      <a:cxnLst/>
                      <a:rect l="l" t="t" r="r" b="b"/>
                      <a:pathLst>
                        <a:path w="1482" h="1794" extrusionOk="0">
                          <a:moveTo>
                            <a:pt x="54" y="0"/>
                          </a:moveTo>
                          <a:cubicBezTo>
                            <a:pt x="27" y="0"/>
                            <a:pt x="1" y="27"/>
                            <a:pt x="1" y="54"/>
                          </a:cubicBezTo>
                          <a:cubicBezTo>
                            <a:pt x="1" y="81"/>
                            <a:pt x="27" y="107"/>
                            <a:pt x="54" y="107"/>
                          </a:cubicBezTo>
                          <a:cubicBezTo>
                            <a:pt x="63" y="107"/>
                            <a:pt x="81" y="99"/>
                            <a:pt x="90" y="90"/>
                          </a:cubicBezTo>
                          <a:lnTo>
                            <a:pt x="1410" y="1410"/>
                          </a:lnTo>
                          <a:lnTo>
                            <a:pt x="1410" y="1686"/>
                          </a:lnTo>
                          <a:cubicBezTo>
                            <a:pt x="1392" y="1695"/>
                            <a:pt x="1383" y="1704"/>
                            <a:pt x="1374" y="1713"/>
                          </a:cubicBezTo>
                          <a:cubicBezTo>
                            <a:pt x="1357" y="1740"/>
                            <a:pt x="1366" y="1776"/>
                            <a:pt x="1392" y="1785"/>
                          </a:cubicBezTo>
                          <a:cubicBezTo>
                            <a:pt x="1402" y="1791"/>
                            <a:pt x="1412" y="1794"/>
                            <a:pt x="1422" y="1794"/>
                          </a:cubicBezTo>
                          <a:cubicBezTo>
                            <a:pt x="1441" y="1794"/>
                            <a:pt x="1458" y="1784"/>
                            <a:pt x="1464" y="1767"/>
                          </a:cubicBezTo>
                          <a:cubicBezTo>
                            <a:pt x="1481" y="1740"/>
                            <a:pt x="1473" y="1704"/>
                            <a:pt x="1446" y="1695"/>
                          </a:cubicBezTo>
                          <a:cubicBezTo>
                            <a:pt x="1437" y="1695"/>
                            <a:pt x="1437" y="1686"/>
                            <a:pt x="1428" y="1686"/>
                          </a:cubicBezTo>
                          <a:lnTo>
                            <a:pt x="1428" y="1401"/>
                          </a:lnTo>
                          <a:lnTo>
                            <a:pt x="99" y="81"/>
                          </a:lnTo>
                          <a:cubicBezTo>
                            <a:pt x="108" y="72"/>
                            <a:pt x="108" y="63"/>
                            <a:pt x="108" y="54"/>
                          </a:cubicBezTo>
                          <a:cubicBezTo>
                            <a:pt x="108" y="27"/>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1" name="Google Shape;331;p28"/>
                    <p:cNvSpPr/>
                    <p:nvPr/>
                  </p:nvSpPr>
                  <p:spPr>
                    <a:xfrm>
                      <a:off x="3133523" y="1824724"/>
                      <a:ext cx="32637" cy="76933"/>
                    </a:xfrm>
                    <a:custGeom>
                      <a:avLst/>
                      <a:gdLst/>
                      <a:ahLst/>
                      <a:cxnLst/>
                      <a:rect l="l" t="t" r="r" b="b"/>
                      <a:pathLst>
                        <a:path w="599" h="1412" extrusionOk="0">
                          <a:moveTo>
                            <a:pt x="61" y="0"/>
                          </a:moveTo>
                          <a:cubicBezTo>
                            <a:pt x="41" y="0"/>
                            <a:pt x="23" y="11"/>
                            <a:pt x="9" y="31"/>
                          </a:cubicBezTo>
                          <a:cubicBezTo>
                            <a:pt x="0" y="57"/>
                            <a:pt x="9" y="93"/>
                            <a:pt x="36" y="102"/>
                          </a:cubicBezTo>
                          <a:cubicBezTo>
                            <a:pt x="45" y="106"/>
                            <a:pt x="54" y="109"/>
                            <a:pt x="63" y="109"/>
                          </a:cubicBezTo>
                          <a:cubicBezTo>
                            <a:pt x="72" y="109"/>
                            <a:pt x="81" y="106"/>
                            <a:pt x="90" y="102"/>
                          </a:cubicBezTo>
                          <a:lnTo>
                            <a:pt x="527" y="539"/>
                          </a:lnTo>
                          <a:lnTo>
                            <a:pt x="527" y="1306"/>
                          </a:lnTo>
                          <a:cubicBezTo>
                            <a:pt x="518" y="1306"/>
                            <a:pt x="500" y="1315"/>
                            <a:pt x="491" y="1333"/>
                          </a:cubicBezTo>
                          <a:cubicBezTo>
                            <a:pt x="482" y="1360"/>
                            <a:pt x="491" y="1396"/>
                            <a:pt x="518" y="1404"/>
                          </a:cubicBezTo>
                          <a:cubicBezTo>
                            <a:pt x="525" y="1409"/>
                            <a:pt x="533" y="1412"/>
                            <a:pt x="540" y="1412"/>
                          </a:cubicBezTo>
                          <a:cubicBezTo>
                            <a:pt x="559" y="1412"/>
                            <a:pt x="576" y="1397"/>
                            <a:pt x="589" y="1378"/>
                          </a:cubicBezTo>
                          <a:cubicBezTo>
                            <a:pt x="598" y="1351"/>
                            <a:pt x="589" y="1324"/>
                            <a:pt x="562" y="1306"/>
                          </a:cubicBezTo>
                          <a:lnTo>
                            <a:pt x="545" y="1306"/>
                          </a:lnTo>
                          <a:lnTo>
                            <a:pt x="545" y="530"/>
                          </a:lnTo>
                          <a:lnTo>
                            <a:pt x="107" y="84"/>
                          </a:lnTo>
                          <a:cubicBezTo>
                            <a:pt x="107" y="84"/>
                            <a:pt x="107" y="84"/>
                            <a:pt x="107" y="75"/>
                          </a:cubicBezTo>
                          <a:cubicBezTo>
                            <a:pt x="116" y="57"/>
                            <a:pt x="107" y="22"/>
                            <a:pt x="81" y="4"/>
                          </a:cubicBezTo>
                          <a:cubicBezTo>
                            <a:pt x="74" y="2"/>
                            <a:pt x="67" y="0"/>
                            <a:pt x="61"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2" name="Google Shape;332;p28"/>
                    <p:cNvSpPr/>
                    <p:nvPr/>
                  </p:nvSpPr>
                  <p:spPr>
                    <a:xfrm>
                      <a:off x="3198144" y="1643120"/>
                      <a:ext cx="48219" cy="19996"/>
                    </a:xfrm>
                    <a:custGeom>
                      <a:avLst/>
                      <a:gdLst/>
                      <a:ahLst/>
                      <a:cxnLst/>
                      <a:rect l="l" t="t" r="r" b="b"/>
                      <a:pathLst>
                        <a:path w="885" h="367" extrusionOk="0">
                          <a:moveTo>
                            <a:pt x="54" y="0"/>
                          </a:moveTo>
                          <a:cubicBezTo>
                            <a:pt x="19" y="0"/>
                            <a:pt x="1" y="27"/>
                            <a:pt x="1" y="54"/>
                          </a:cubicBezTo>
                          <a:cubicBezTo>
                            <a:pt x="1" y="81"/>
                            <a:pt x="19" y="107"/>
                            <a:pt x="54" y="107"/>
                          </a:cubicBezTo>
                          <a:cubicBezTo>
                            <a:pt x="81" y="107"/>
                            <a:pt x="99" y="90"/>
                            <a:pt x="108" y="63"/>
                          </a:cubicBezTo>
                          <a:lnTo>
                            <a:pt x="679" y="63"/>
                          </a:lnTo>
                          <a:lnTo>
                            <a:pt x="822" y="188"/>
                          </a:lnTo>
                          <a:lnTo>
                            <a:pt x="822" y="259"/>
                          </a:lnTo>
                          <a:cubicBezTo>
                            <a:pt x="804" y="268"/>
                            <a:pt x="777" y="286"/>
                            <a:pt x="777" y="313"/>
                          </a:cubicBezTo>
                          <a:cubicBezTo>
                            <a:pt x="777" y="339"/>
                            <a:pt x="804" y="366"/>
                            <a:pt x="831" y="366"/>
                          </a:cubicBezTo>
                          <a:cubicBezTo>
                            <a:pt x="866" y="366"/>
                            <a:pt x="884" y="339"/>
                            <a:pt x="884" y="313"/>
                          </a:cubicBezTo>
                          <a:cubicBezTo>
                            <a:pt x="884" y="286"/>
                            <a:pt x="866" y="268"/>
                            <a:pt x="839" y="259"/>
                          </a:cubicBezTo>
                          <a:lnTo>
                            <a:pt x="839" y="179"/>
                          </a:lnTo>
                          <a:lnTo>
                            <a:pt x="688" y="45"/>
                          </a:lnTo>
                          <a:lnTo>
                            <a:pt x="108" y="45"/>
                          </a:lnTo>
                          <a:cubicBezTo>
                            <a:pt x="99" y="18"/>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3" name="Google Shape;333;p28"/>
                    <p:cNvSpPr/>
                    <p:nvPr/>
                  </p:nvSpPr>
                  <p:spPr>
                    <a:xfrm>
                      <a:off x="3080997" y="1431167"/>
                      <a:ext cx="272752" cy="612030"/>
                    </a:xfrm>
                    <a:custGeom>
                      <a:avLst/>
                      <a:gdLst/>
                      <a:ahLst/>
                      <a:cxnLst/>
                      <a:rect l="l" t="t" r="r" b="b"/>
                      <a:pathLst>
                        <a:path w="5006" h="11233" extrusionOk="0">
                          <a:moveTo>
                            <a:pt x="1036" y="81"/>
                          </a:moveTo>
                          <a:cubicBezTo>
                            <a:pt x="1080" y="99"/>
                            <a:pt x="1125" y="108"/>
                            <a:pt x="1178" y="117"/>
                          </a:cubicBezTo>
                          <a:lnTo>
                            <a:pt x="1178" y="1259"/>
                          </a:lnTo>
                          <a:lnTo>
                            <a:pt x="1036" y="1259"/>
                          </a:lnTo>
                          <a:lnTo>
                            <a:pt x="1036" y="81"/>
                          </a:lnTo>
                          <a:close/>
                          <a:moveTo>
                            <a:pt x="1196" y="126"/>
                          </a:moveTo>
                          <a:cubicBezTo>
                            <a:pt x="1312" y="161"/>
                            <a:pt x="1428" y="197"/>
                            <a:pt x="1553" y="251"/>
                          </a:cubicBezTo>
                          <a:lnTo>
                            <a:pt x="1553" y="732"/>
                          </a:lnTo>
                          <a:lnTo>
                            <a:pt x="1339" y="946"/>
                          </a:lnTo>
                          <a:lnTo>
                            <a:pt x="1339" y="1259"/>
                          </a:lnTo>
                          <a:lnTo>
                            <a:pt x="1196" y="1259"/>
                          </a:lnTo>
                          <a:lnTo>
                            <a:pt x="1196" y="126"/>
                          </a:lnTo>
                          <a:close/>
                          <a:moveTo>
                            <a:pt x="777" y="37"/>
                          </a:moveTo>
                          <a:cubicBezTo>
                            <a:pt x="848" y="45"/>
                            <a:pt x="929" y="63"/>
                            <a:pt x="1018" y="81"/>
                          </a:cubicBezTo>
                          <a:lnTo>
                            <a:pt x="1018" y="1259"/>
                          </a:lnTo>
                          <a:lnTo>
                            <a:pt x="857" y="1259"/>
                          </a:lnTo>
                          <a:cubicBezTo>
                            <a:pt x="857" y="1259"/>
                            <a:pt x="848" y="1268"/>
                            <a:pt x="848" y="1268"/>
                          </a:cubicBezTo>
                          <a:lnTo>
                            <a:pt x="848" y="946"/>
                          </a:lnTo>
                          <a:lnTo>
                            <a:pt x="839" y="938"/>
                          </a:lnTo>
                          <a:lnTo>
                            <a:pt x="643" y="715"/>
                          </a:lnTo>
                          <a:lnTo>
                            <a:pt x="643" y="63"/>
                          </a:lnTo>
                          <a:lnTo>
                            <a:pt x="625" y="63"/>
                          </a:lnTo>
                          <a:lnTo>
                            <a:pt x="625" y="723"/>
                          </a:lnTo>
                          <a:lnTo>
                            <a:pt x="831" y="946"/>
                          </a:lnTo>
                          <a:lnTo>
                            <a:pt x="831" y="1268"/>
                          </a:lnTo>
                          <a:lnTo>
                            <a:pt x="839" y="1268"/>
                          </a:lnTo>
                          <a:cubicBezTo>
                            <a:pt x="795" y="1268"/>
                            <a:pt x="750" y="1303"/>
                            <a:pt x="723" y="1339"/>
                          </a:cubicBezTo>
                          <a:lnTo>
                            <a:pt x="723" y="1330"/>
                          </a:lnTo>
                          <a:lnTo>
                            <a:pt x="358" y="1330"/>
                          </a:lnTo>
                          <a:lnTo>
                            <a:pt x="260" y="1241"/>
                          </a:lnTo>
                          <a:lnTo>
                            <a:pt x="37" y="1241"/>
                          </a:lnTo>
                          <a:lnTo>
                            <a:pt x="37" y="607"/>
                          </a:lnTo>
                          <a:cubicBezTo>
                            <a:pt x="54" y="572"/>
                            <a:pt x="224" y="260"/>
                            <a:pt x="313" y="188"/>
                          </a:cubicBezTo>
                          <a:cubicBezTo>
                            <a:pt x="411" y="117"/>
                            <a:pt x="634" y="37"/>
                            <a:pt x="750" y="37"/>
                          </a:cubicBezTo>
                          <a:close/>
                          <a:moveTo>
                            <a:pt x="1571" y="251"/>
                          </a:moveTo>
                          <a:cubicBezTo>
                            <a:pt x="1919" y="393"/>
                            <a:pt x="2249" y="572"/>
                            <a:pt x="2401" y="768"/>
                          </a:cubicBezTo>
                          <a:cubicBezTo>
                            <a:pt x="2463" y="839"/>
                            <a:pt x="2508" y="946"/>
                            <a:pt x="2552" y="1071"/>
                          </a:cubicBezTo>
                          <a:lnTo>
                            <a:pt x="2053" y="1071"/>
                          </a:lnTo>
                          <a:lnTo>
                            <a:pt x="1794" y="1330"/>
                          </a:lnTo>
                          <a:lnTo>
                            <a:pt x="1482" y="1330"/>
                          </a:lnTo>
                          <a:lnTo>
                            <a:pt x="1482" y="1339"/>
                          </a:lnTo>
                          <a:cubicBezTo>
                            <a:pt x="1455" y="1294"/>
                            <a:pt x="1401" y="1259"/>
                            <a:pt x="1348" y="1259"/>
                          </a:cubicBezTo>
                          <a:lnTo>
                            <a:pt x="1357" y="1259"/>
                          </a:lnTo>
                          <a:lnTo>
                            <a:pt x="1357" y="955"/>
                          </a:lnTo>
                          <a:lnTo>
                            <a:pt x="1571" y="732"/>
                          </a:lnTo>
                          <a:lnTo>
                            <a:pt x="1571" y="251"/>
                          </a:lnTo>
                          <a:close/>
                          <a:moveTo>
                            <a:pt x="2561" y="1089"/>
                          </a:moveTo>
                          <a:cubicBezTo>
                            <a:pt x="2579" y="1143"/>
                            <a:pt x="2597" y="1196"/>
                            <a:pt x="2615" y="1250"/>
                          </a:cubicBezTo>
                          <a:lnTo>
                            <a:pt x="2062" y="1250"/>
                          </a:lnTo>
                          <a:lnTo>
                            <a:pt x="1803" y="1491"/>
                          </a:lnTo>
                          <a:lnTo>
                            <a:pt x="1500" y="1491"/>
                          </a:lnTo>
                          <a:lnTo>
                            <a:pt x="1500" y="1419"/>
                          </a:lnTo>
                          <a:cubicBezTo>
                            <a:pt x="1500" y="1393"/>
                            <a:pt x="1491" y="1366"/>
                            <a:pt x="1482" y="1348"/>
                          </a:cubicBezTo>
                          <a:lnTo>
                            <a:pt x="1803" y="1348"/>
                          </a:lnTo>
                          <a:lnTo>
                            <a:pt x="2062" y="1089"/>
                          </a:lnTo>
                          <a:close/>
                          <a:moveTo>
                            <a:pt x="251" y="1259"/>
                          </a:moveTo>
                          <a:lnTo>
                            <a:pt x="349" y="1348"/>
                          </a:lnTo>
                          <a:lnTo>
                            <a:pt x="723" y="1348"/>
                          </a:lnTo>
                          <a:cubicBezTo>
                            <a:pt x="715" y="1366"/>
                            <a:pt x="706" y="1393"/>
                            <a:pt x="706" y="1419"/>
                          </a:cubicBezTo>
                          <a:lnTo>
                            <a:pt x="706" y="1526"/>
                          </a:lnTo>
                          <a:lnTo>
                            <a:pt x="37" y="1526"/>
                          </a:lnTo>
                          <a:lnTo>
                            <a:pt x="37" y="1259"/>
                          </a:lnTo>
                          <a:close/>
                          <a:moveTo>
                            <a:pt x="2615" y="1268"/>
                          </a:moveTo>
                          <a:cubicBezTo>
                            <a:pt x="2633" y="1303"/>
                            <a:pt x="2642" y="1348"/>
                            <a:pt x="2650" y="1384"/>
                          </a:cubicBezTo>
                          <a:cubicBezTo>
                            <a:pt x="2677" y="1473"/>
                            <a:pt x="2704" y="1571"/>
                            <a:pt x="2740" y="1651"/>
                          </a:cubicBezTo>
                          <a:lnTo>
                            <a:pt x="1500" y="1651"/>
                          </a:lnTo>
                          <a:lnTo>
                            <a:pt x="1500" y="1508"/>
                          </a:lnTo>
                          <a:lnTo>
                            <a:pt x="1812" y="1508"/>
                          </a:lnTo>
                          <a:lnTo>
                            <a:pt x="2062" y="1268"/>
                          </a:lnTo>
                          <a:close/>
                          <a:moveTo>
                            <a:pt x="706" y="1544"/>
                          </a:moveTo>
                          <a:lnTo>
                            <a:pt x="706" y="1687"/>
                          </a:lnTo>
                          <a:lnTo>
                            <a:pt x="37" y="1687"/>
                          </a:lnTo>
                          <a:lnTo>
                            <a:pt x="37" y="1544"/>
                          </a:lnTo>
                          <a:close/>
                          <a:moveTo>
                            <a:pt x="2740" y="1669"/>
                          </a:moveTo>
                          <a:cubicBezTo>
                            <a:pt x="2757" y="1714"/>
                            <a:pt x="2775" y="1758"/>
                            <a:pt x="2793" y="1803"/>
                          </a:cubicBezTo>
                          <a:lnTo>
                            <a:pt x="1500" y="1803"/>
                          </a:lnTo>
                          <a:lnTo>
                            <a:pt x="1500" y="1669"/>
                          </a:lnTo>
                          <a:close/>
                          <a:moveTo>
                            <a:pt x="706" y="1705"/>
                          </a:moveTo>
                          <a:lnTo>
                            <a:pt x="706" y="1839"/>
                          </a:lnTo>
                          <a:lnTo>
                            <a:pt x="384" y="1839"/>
                          </a:lnTo>
                          <a:lnTo>
                            <a:pt x="277" y="1928"/>
                          </a:lnTo>
                          <a:lnTo>
                            <a:pt x="37" y="1928"/>
                          </a:lnTo>
                          <a:lnTo>
                            <a:pt x="37" y="1705"/>
                          </a:lnTo>
                          <a:close/>
                          <a:moveTo>
                            <a:pt x="2802" y="1821"/>
                          </a:moveTo>
                          <a:cubicBezTo>
                            <a:pt x="2820" y="1865"/>
                            <a:pt x="2847" y="1910"/>
                            <a:pt x="2873" y="1955"/>
                          </a:cubicBezTo>
                          <a:cubicBezTo>
                            <a:pt x="2891" y="1981"/>
                            <a:pt x="2945" y="2035"/>
                            <a:pt x="2989" y="2070"/>
                          </a:cubicBezTo>
                          <a:lnTo>
                            <a:pt x="1937" y="2070"/>
                          </a:lnTo>
                          <a:lnTo>
                            <a:pt x="1767" y="1928"/>
                          </a:lnTo>
                          <a:lnTo>
                            <a:pt x="1500" y="1928"/>
                          </a:lnTo>
                          <a:lnTo>
                            <a:pt x="1500" y="1946"/>
                          </a:lnTo>
                          <a:lnTo>
                            <a:pt x="1758" y="1946"/>
                          </a:lnTo>
                          <a:lnTo>
                            <a:pt x="1928" y="2088"/>
                          </a:lnTo>
                          <a:lnTo>
                            <a:pt x="3016" y="2088"/>
                          </a:lnTo>
                          <a:cubicBezTo>
                            <a:pt x="3043" y="2115"/>
                            <a:pt x="3070" y="2133"/>
                            <a:pt x="3070" y="2142"/>
                          </a:cubicBezTo>
                          <a:cubicBezTo>
                            <a:pt x="3079" y="2142"/>
                            <a:pt x="3114" y="2160"/>
                            <a:pt x="3168" y="2204"/>
                          </a:cubicBezTo>
                          <a:lnTo>
                            <a:pt x="2249" y="2204"/>
                          </a:lnTo>
                          <a:cubicBezTo>
                            <a:pt x="2240" y="2169"/>
                            <a:pt x="2222" y="2151"/>
                            <a:pt x="2187" y="2151"/>
                          </a:cubicBezTo>
                          <a:cubicBezTo>
                            <a:pt x="2151" y="2151"/>
                            <a:pt x="2124" y="2178"/>
                            <a:pt x="2124" y="2213"/>
                          </a:cubicBezTo>
                          <a:cubicBezTo>
                            <a:pt x="2124" y="2240"/>
                            <a:pt x="2151" y="2267"/>
                            <a:pt x="2187" y="2267"/>
                          </a:cubicBezTo>
                          <a:cubicBezTo>
                            <a:pt x="2222" y="2267"/>
                            <a:pt x="2240" y="2249"/>
                            <a:pt x="2249" y="2222"/>
                          </a:cubicBezTo>
                          <a:lnTo>
                            <a:pt x="3195" y="2222"/>
                          </a:lnTo>
                          <a:cubicBezTo>
                            <a:pt x="3266" y="2267"/>
                            <a:pt x="3364" y="2338"/>
                            <a:pt x="3471" y="2409"/>
                          </a:cubicBezTo>
                          <a:lnTo>
                            <a:pt x="2909" y="2409"/>
                          </a:lnTo>
                          <a:lnTo>
                            <a:pt x="2749" y="2294"/>
                          </a:lnTo>
                          <a:lnTo>
                            <a:pt x="2392" y="2294"/>
                          </a:lnTo>
                          <a:cubicBezTo>
                            <a:pt x="2392" y="2267"/>
                            <a:pt x="2374" y="2249"/>
                            <a:pt x="2347" y="2249"/>
                          </a:cubicBezTo>
                          <a:cubicBezTo>
                            <a:pt x="2311" y="2249"/>
                            <a:pt x="2294" y="2267"/>
                            <a:pt x="2294" y="2302"/>
                          </a:cubicBezTo>
                          <a:cubicBezTo>
                            <a:pt x="2294" y="2329"/>
                            <a:pt x="2311" y="2356"/>
                            <a:pt x="2347" y="2356"/>
                          </a:cubicBezTo>
                          <a:cubicBezTo>
                            <a:pt x="2374" y="2356"/>
                            <a:pt x="2392" y="2338"/>
                            <a:pt x="2392" y="2311"/>
                          </a:cubicBezTo>
                          <a:lnTo>
                            <a:pt x="2740" y="2311"/>
                          </a:lnTo>
                          <a:lnTo>
                            <a:pt x="2909" y="2427"/>
                          </a:lnTo>
                          <a:lnTo>
                            <a:pt x="3498" y="2427"/>
                          </a:lnTo>
                          <a:cubicBezTo>
                            <a:pt x="3569" y="2481"/>
                            <a:pt x="3650" y="2534"/>
                            <a:pt x="3721" y="2588"/>
                          </a:cubicBezTo>
                          <a:lnTo>
                            <a:pt x="3418" y="2588"/>
                          </a:lnTo>
                          <a:lnTo>
                            <a:pt x="3123" y="2882"/>
                          </a:lnTo>
                          <a:cubicBezTo>
                            <a:pt x="3114" y="2873"/>
                            <a:pt x="3105" y="2873"/>
                            <a:pt x="3096" y="2873"/>
                          </a:cubicBezTo>
                          <a:cubicBezTo>
                            <a:pt x="3061" y="2873"/>
                            <a:pt x="3043" y="2891"/>
                            <a:pt x="3043" y="2927"/>
                          </a:cubicBezTo>
                          <a:cubicBezTo>
                            <a:pt x="3043" y="2954"/>
                            <a:pt x="3061" y="2980"/>
                            <a:pt x="3096" y="2980"/>
                          </a:cubicBezTo>
                          <a:cubicBezTo>
                            <a:pt x="3123" y="2980"/>
                            <a:pt x="3150" y="2954"/>
                            <a:pt x="3150" y="2927"/>
                          </a:cubicBezTo>
                          <a:cubicBezTo>
                            <a:pt x="3150" y="2909"/>
                            <a:pt x="3141" y="2900"/>
                            <a:pt x="3141" y="2891"/>
                          </a:cubicBezTo>
                          <a:lnTo>
                            <a:pt x="3427" y="2615"/>
                          </a:lnTo>
                          <a:lnTo>
                            <a:pt x="3748" y="2615"/>
                          </a:lnTo>
                          <a:cubicBezTo>
                            <a:pt x="3792" y="2641"/>
                            <a:pt x="3837" y="2677"/>
                            <a:pt x="3882" y="2713"/>
                          </a:cubicBezTo>
                          <a:lnTo>
                            <a:pt x="3623" y="2713"/>
                          </a:lnTo>
                          <a:lnTo>
                            <a:pt x="3302" y="3025"/>
                          </a:lnTo>
                          <a:cubicBezTo>
                            <a:pt x="3293" y="3025"/>
                            <a:pt x="3284" y="3016"/>
                            <a:pt x="3275" y="3016"/>
                          </a:cubicBezTo>
                          <a:cubicBezTo>
                            <a:pt x="3239" y="3016"/>
                            <a:pt x="3221" y="3043"/>
                            <a:pt x="3221" y="3070"/>
                          </a:cubicBezTo>
                          <a:cubicBezTo>
                            <a:pt x="3221" y="3105"/>
                            <a:pt x="3239" y="3123"/>
                            <a:pt x="3275" y="3123"/>
                          </a:cubicBezTo>
                          <a:cubicBezTo>
                            <a:pt x="3302" y="3123"/>
                            <a:pt x="3328" y="3105"/>
                            <a:pt x="3328" y="3070"/>
                          </a:cubicBezTo>
                          <a:cubicBezTo>
                            <a:pt x="3328" y="3061"/>
                            <a:pt x="3320" y="3052"/>
                            <a:pt x="3311" y="3043"/>
                          </a:cubicBezTo>
                          <a:lnTo>
                            <a:pt x="3632" y="2731"/>
                          </a:lnTo>
                          <a:lnTo>
                            <a:pt x="3899" y="2731"/>
                          </a:lnTo>
                          <a:cubicBezTo>
                            <a:pt x="3971" y="2784"/>
                            <a:pt x="4033" y="2838"/>
                            <a:pt x="4078" y="2891"/>
                          </a:cubicBezTo>
                          <a:lnTo>
                            <a:pt x="3801" y="2891"/>
                          </a:lnTo>
                          <a:lnTo>
                            <a:pt x="3498" y="3177"/>
                          </a:lnTo>
                          <a:cubicBezTo>
                            <a:pt x="3489" y="3177"/>
                            <a:pt x="3480" y="3168"/>
                            <a:pt x="3471" y="3168"/>
                          </a:cubicBezTo>
                          <a:cubicBezTo>
                            <a:pt x="3444" y="3168"/>
                            <a:pt x="3418" y="3195"/>
                            <a:pt x="3418" y="3221"/>
                          </a:cubicBezTo>
                          <a:cubicBezTo>
                            <a:pt x="3418" y="3248"/>
                            <a:pt x="3444" y="3275"/>
                            <a:pt x="3471" y="3275"/>
                          </a:cubicBezTo>
                          <a:cubicBezTo>
                            <a:pt x="3498" y="3275"/>
                            <a:pt x="3525" y="3248"/>
                            <a:pt x="3525" y="3221"/>
                          </a:cubicBezTo>
                          <a:cubicBezTo>
                            <a:pt x="3525" y="3212"/>
                            <a:pt x="3516" y="3195"/>
                            <a:pt x="3516" y="3186"/>
                          </a:cubicBezTo>
                          <a:lnTo>
                            <a:pt x="3810" y="2909"/>
                          </a:lnTo>
                          <a:lnTo>
                            <a:pt x="4096" y="2909"/>
                          </a:lnTo>
                          <a:cubicBezTo>
                            <a:pt x="4122" y="2927"/>
                            <a:pt x="4140" y="2945"/>
                            <a:pt x="4149" y="2972"/>
                          </a:cubicBezTo>
                          <a:cubicBezTo>
                            <a:pt x="4176" y="2998"/>
                            <a:pt x="4194" y="3025"/>
                            <a:pt x="4212" y="3052"/>
                          </a:cubicBezTo>
                          <a:lnTo>
                            <a:pt x="3623" y="3605"/>
                          </a:lnTo>
                          <a:lnTo>
                            <a:pt x="3623" y="4470"/>
                          </a:lnTo>
                          <a:lnTo>
                            <a:pt x="3382" y="4470"/>
                          </a:lnTo>
                          <a:lnTo>
                            <a:pt x="3382" y="3944"/>
                          </a:lnTo>
                          <a:lnTo>
                            <a:pt x="3373" y="3935"/>
                          </a:lnTo>
                          <a:lnTo>
                            <a:pt x="3061" y="3641"/>
                          </a:lnTo>
                          <a:lnTo>
                            <a:pt x="2204" y="3641"/>
                          </a:lnTo>
                          <a:lnTo>
                            <a:pt x="1401" y="2802"/>
                          </a:lnTo>
                          <a:lnTo>
                            <a:pt x="1401" y="2053"/>
                          </a:lnTo>
                          <a:lnTo>
                            <a:pt x="1393" y="2053"/>
                          </a:lnTo>
                          <a:cubicBezTo>
                            <a:pt x="1455" y="2035"/>
                            <a:pt x="1500" y="1972"/>
                            <a:pt x="1500" y="1901"/>
                          </a:cubicBezTo>
                          <a:lnTo>
                            <a:pt x="1500" y="1821"/>
                          </a:lnTo>
                          <a:close/>
                          <a:moveTo>
                            <a:pt x="4229" y="3070"/>
                          </a:moveTo>
                          <a:cubicBezTo>
                            <a:pt x="4292" y="3168"/>
                            <a:pt x="4354" y="3275"/>
                            <a:pt x="4417" y="3400"/>
                          </a:cubicBezTo>
                          <a:lnTo>
                            <a:pt x="3837" y="3926"/>
                          </a:lnTo>
                          <a:lnTo>
                            <a:pt x="3837" y="4470"/>
                          </a:lnTo>
                          <a:lnTo>
                            <a:pt x="3864" y="4470"/>
                          </a:lnTo>
                          <a:lnTo>
                            <a:pt x="3864" y="3935"/>
                          </a:lnTo>
                          <a:lnTo>
                            <a:pt x="4426" y="3418"/>
                          </a:lnTo>
                          <a:cubicBezTo>
                            <a:pt x="4461" y="3471"/>
                            <a:pt x="4488" y="3534"/>
                            <a:pt x="4515" y="3596"/>
                          </a:cubicBezTo>
                          <a:lnTo>
                            <a:pt x="4176" y="3899"/>
                          </a:lnTo>
                          <a:lnTo>
                            <a:pt x="4176" y="4113"/>
                          </a:lnTo>
                          <a:cubicBezTo>
                            <a:pt x="4149" y="4122"/>
                            <a:pt x="4131" y="4140"/>
                            <a:pt x="4131" y="4167"/>
                          </a:cubicBezTo>
                          <a:cubicBezTo>
                            <a:pt x="4131" y="4194"/>
                            <a:pt x="4149" y="4220"/>
                            <a:pt x="4185" y="4220"/>
                          </a:cubicBezTo>
                          <a:cubicBezTo>
                            <a:pt x="4212" y="4220"/>
                            <a:pt x="4238" y="4194"/>
                            <a:pt x="4238" y="4167"/>
                          </a:cubicBezTo>
                          <a:cubicBezTo>
                            <a:pt x="4238" y="4140"/>
                            <a:pt x="4221" y="4122"/>
                            <a:pt x="4194" y="4113"/>
                          </a:cubicBezTo>
                          <a:lnTo>
                            <a:pt x="4194" y="3908"/>
                          </a:lnTo>
                          <a:lnTo>
                            <a:pt x="4524" y="3605"/>
                          </a:lnTo>
                          <a:cubicBezTo>
                            <a:pt x="4676" y="3917"/>
                            <a:pt x="4800" y="4256"/>
                            <a:pt x="4872" y="4533"/>
                          </a:cubicBezTo>
                          <a:lnTo>
                            <a:pt x="4658" y="4533"/>
                          </a:lnTo>
                          <a:lnTo>
                            <a:pt x="4577" y="4658"/>
                          </a:lnTo>
                          <a:lnTo>
                            <a:pt x="4051" y="4658"/>
                          </a:lnTo>
                          <a:lnTo>
                            <a:pt x="4051" y="4675"/>
                          </a:lnTo>
                          <a:lnTo>
                            <a:pt x="4595" y="4675"/>
                          </a:lnTo>
                          <a:lnTo>
                            <a:pt x="4667" y="4551"/>
                          </a:lnTo>
                          <a:lnTo>
                            <a:pt x="4881" y="4551"/>
                          </a:lnTo>
                          <a:cubicBezTo>
                            <a:pt x="4899" y="4613"/>
                            <a:pt x="4916" y="4675"/>
                            <a:pt x="4925" y="4738"/>
                          </a:cubicBezTo>
                          <a:cubicBezTo>
                            <a:pt x="4925" y="4782"/>
                            <a:pt x="4934" y="4827"/>
                            <a:pt x="4934" y="4881"/>
                          </a:cubicBezTo>
                          <a:lnTo>
                            <a:pt x="4051" y="4881"/>
                          </a:lnTo>
                          <a:lnTo>
                            <a:pt x="4051" y="4693"/>
                          </a:lnTo>
                          <a:cubicBezTo>
                            <a:pt x="4051" y="4568"/>
                            <a:pt x="3953" y="4470"/>
                            <a:pt x="3837" y="4470"/>
                          </a:cubicBezTo>
                          <a:lnTo>
                            <a:pt x="3641" y="4470"/>
                          </a:lnTo>
                          <a:lnTo>
                            <a:pt x="3641" y="3614"/>
                          </a:lnTo>
                          <a:lnTo>
                            <a:pt x="4229" y="3070"/>
                          </a:lnTo>
                          <a:close/>
                          <a:moveTo>
                            <a:pt x="804" y="2053"/>
                          </a:moveTo>
                          <a:lnTo>
                            <a:pt x="804" y="2811"/>
                          </a:lnTo>
                          <a:lnTo>
                            <a:pt x="1660" y="3658"/>
                          </a:lnTo>
                          <a:lnTo>
                            <a:pt x="1660" y="4533"/>
                          </a:lnTo>
                          <a:lnTo>
                            <a:pt x="1303" y="4881"/>
                          </a:lnTo>
                          <a:lnTo>
                            <a:pt x="866" y="4881"/>
                          </a:lnTo>
                          <a:lnTo>
                            <a:pt x="866" y="4898"/>
                          </a:lnTo>
                          <a:lnTo>
                            <a:pt x="1312" y="4898"/>
                          </a:lnTo>
                          <a:lnTo>
                            <a:pt x="1321" y="4890"/>
                          </a:lnTo>
                          <a:lnTo>
                            <a:pt x="1678" y="4542"/>
                          </a:lnTo>
                          <a:lnTo>
                            <a:pt x="1678" y="3650"/>
                          </a:lnTo>
                          <a:lnTo>
                            <a:pt x="822" y="2802"/>
                          </a:lnTo>
                          <a:lnTo>
                            <a:pt x="822" y="2053"/>
                          </a:lnTo>
                          <a:close/>
                          <a:moveTo>
                            <a:pt x="4943" y="4898"/>
                          </a:moveTo>
                          <a:cubicBezTo>
                            <a:pt x="4943" y="4970"/>
                            <a:pt x="4952" y="5050"/>
                            <a:pt x="4952" y="5130"/>
                          </a:cubicBezTo>
                          <a:lnTo>
                            <a:pt x="4051" y="5130"/>
                          </a:lnTo>
                          <a:lnTo>
                            <a:pt x="4051" y="4898"/>
                          </a:lnTo>
                          <a:close/>
                          <a:moveTo>
                            <a:pt x="4952" y="5148"/>
                          </a:moveTo>
                          <a:cubicBezTo>
                            <a:pt x="4952" y="5255"/>
                            <a:pt x="4952" y="5371"/>
                            <a:pt x="4952" y="5478"/>
                          </a:cubicBezTo>
                          <a:lnTo>
                            <a:pt x="4720" y="5478"/>
                          </a:lnTo>
                          <a:lnTo>
                            <a:pt x="4613" y="5362"/>
                          </a:lnTo>
                          <a:lnTo>
                            <a:pt x="4051" y="5362"/>
                          </a:lnTo>
                          <a:lnTo>
                            <a:pt x="4051" y="5148"/>
                          </a:lnTo>
                          <a:close/>
                          <a:moveTo>
                            <a:pt x="4051" y="5371"/>
                          </a:moveTo>
                          <a:lnTo>
                            <a:pt x="4051" y="5380"/>
                          </a:lnTo>
                          <a:lnTo>
                            <a:pt x="4604" y="5380"/>
                          </a:lnTo>
                          <a:lnTo>
                            <a:pt x="4711" y="5496"/>
                          </a:lnTo>
                          <a:lnTo>
                            <a:pt x="4952" y="5496"/>
                          </a:lnTo>
                          <a:cubicBezTo>
                            <a:pt x="4952" y="5559"/>
                            <a:pt x="4943" y="5621"/>
                            <a:pt x="4943" y="5675"/>
                          </a:cubicBezTo>
                          <a:lnTo>
                            <a:pt x="4765" y="5675"/>
                          </a:lnTo>
                          <a:lnTo>
                            <a:pt x="4693" y="5612"/>
                          </a:lnTo>
                          <a:cubicBezTo>
                            <a:pt x="4693" y="5612"/>
                            <a:pt x="4702" y="5612"/>
                            <a:pt x="4702" y="5603"/>
                          </a:cubicBezTo>
                          <a:cubicBezTo>
                            <a:pt x="4711" y="5585"/>
                            <a:pt x="4702" y="5550"/>
                            <a:pt x="4676" y="5532"/>
                          </a:cubicBezTo>
                          <a:cubicBezTo>
                            <a:pt x="4669" y="5530"/>
                            <a:pt x="4662" y="5528"/>
                            <a:pt x="4654" y="5528"/>
                          </a:cubicBezTo>
                          <a:cubicBezTo>
                            <a:pt x="4633" y="5528"/>
                            <a:pt x="4611" y="5539"/>
                            <a:pt x="4604" y="5559"/>
                          </a:cubicBezTo>
                          <a:cubicBezTo>
                            <a:pt x="4586" y="5585"/>
                            <a:pt x="4604" y="5621"/>
                            <a:pt x="4631" y="5630"/>
                          </a:cubicBezTo>
                          <a:cubicBezTo>
                            <a:pt x="4638" y="5634"/>
                            <a:pt x="4646" y="5636"/>
                            <a:pt x="4653" y="5636"/>
                          </a:cubicBezTo>
                          <a:cubicBezTo>
                            <a:pt x="4664" y="5636"/>
                            <a:pt x="4674" y="5632"/>
                            <a:pt x="4684" y="5621"/>
                          </a:cubicBezTo>
                          <a:lnTo>
                            <a:pt x="4765" y="5692"/>
                          </a:lnTo>
                          <a:lnTo>
                            <a:pt x="4943" y="5692"/>
                          </a:lnTo>
                          <a:cubicBezTo>
                            <a:pt x="4943" y="5737"/>
                            <a:pt x="4934" y="5773"/>
                            <a:pt x="4934" y="5817"/>
                          </a:cubicBezTo>
                          <a:lnTo>
                            <a:pt x="4649" y="5817"/>
                          </a:lnTo>
                          <a:lnTo>
                            <a:pt x="4568" y="5728"/>
                          </a:lnTo>
                          <a:cubicBezTo>
                            <a:pt x="4568" y="5728"/>
                            <a:pt x="4568" y="5728"/>
                            <a:pt x="4577" y="5719"/>
                          </a:cubicBezTo>
                          <a:cubicBezTo>
                            <a:pt x="4586" y="5692"/>
                            <a:pt x="4577" y="5666"/>
                            <a:pt x="4551" y="5648"/>
                          </a:cubicBezTo>
                          <a:cubicBezTo>
                            <a:pt x="4544" y="5646"/>
                            <a:pt x="4537" y="5644"/>
                            <a:pt x="4529" y="5644"/>
                          </a:cubicBezTo>
                          <a:cubicBezTo>
                            <a:pt x="4508" y="5644"/>
                            <a:pt x="4486" y="5655"/>
                            <a:pt x="4479" y="5675"/>
                          </a:cubicBezTo>
                          <a:cubicBezTo>
                            <a:pt x="4461" y="5701"/>
                            <a:pt x="4479" y="5737"/>
                            <a:pt x="4497" y="5746"/>
                          </a:cubicBezTo>
                          <a:cubicBezTo>
                            <a:pt x="4510" y="5750"/>
                            <a:pt x="4522" y="5753"/>
                            <a:pt x="4532" y="5753"/>
                          </a:cubicBezTo>
                          <a:cubicBezTo>
                            <a:pt x="4542" y="5753"/>
                            <a:pt x="4551" y="5750"/>
                            <a:pt x="4560" y="5746"/>
                          </a:cubicBezTo>
                          <a:lnTo>
                            <a:pt x="4640" y="5835"/>
                          </a:lnTo>
                          <a:lnTo>
                            <a:pt x="4934" y="5835"/>
                          </a:lnTo>
                          <a:cubicBezTo>
                            <a:pt x="4925" y="5862"/>
                            <a:pt x="4925" y="5898"/>
                            <a:pt x="4916" y="5924"/>
                          </a:cubicBezTo>
                          <a:lnTo>
                            <a:pt x="4542" y="5924"/>
                          </a:lnTo>
                          <a:lnTo>
                            <a:pt x="4461" y="5853"/>
                          </a:lnTo>
                          <a:cubicBezTo>
                            <a:pt x="4479" y="5826"/>
                            <a:pt x="4461" y="5791"/>
                            <a:pt x="4435" y="5782"/>
                          </a:cubicBezTo>
                          <a:cubicBezTo>
                            <a:pt x="4427" y="5777"/>
                            <a:pt x="4420" y="5774"/>
                            <a:pt x="4412" y="5774"/>
                          </a:cubicBezTo>
                          <a:cubicBezTo>
                            <a:pt x="4394" y="5774"/>
                            <a:pt x="4376" y="5789"/>
                            <a:pt x="4363" y="5808"/>
                          </a:cubicBezTo>
                          <a:cubicBezTo>
                            <a:pt x="4354" y="5835"/>
                            <a:pt x="4363" y="5862"/>
                            <a:pt x="4390" y="5880"/>
                          </a:cubicBezTo>
                          <a:cubicBezTo>
                            <a:pt x="4395" y="5882"/>
                            <a:pt x="4401" y="5883"/>
                            <a:pt x="4408" y="5883"/>
                          </a:cubicBezTo>
                          <a:cubicBezTo>
                            <a:pt x="4423" y="5883"/>
                            <a:pt x="4440" y="5877"/>
                            <a:pt x="4452" y="5871"/>
                          </a:cubicBezTo>
                          <a:lnTo>
                            <a:pt x="4533" y="5942"/>
                          </a:lnTo>
                          <a:lnTo>
                            <a:pt x="4916" y="5942"/>
                          </a:lnTo>
                          <a:cubicBezTo>
                            <a:pt x="4916" y="5960"/>
                            <a:pt x="4907" y="5978"/>
                            <a:pt x="4907" y="6005"/>
                          </a:cubicBezTo>
                          <a:cubicBezTo>
                            <a:pt x="4899" y="6022"/>
                            <a:pt x="4899" y="6049"/>
                            <a:pt x="4890" y="6067"/>
                          </a:cubicBezTo>
                          <a:lnTo>
                            <a:pt x="4328" y="6067"/>
                          </a:lnTo>
                          <a:lnTo>
                            <a:pt x="4221" y="5969"/>
                          </a:lnTo>
                          <a:cubicBezTo>
                            <a:pt x="4229" y="5960"/>
                            <a:pt x="4229" y="5960"/>
                            <a:pt x="4229" y="5960"/>
                          </a:cubicBezTo>
                          <a:cubicBezTo>
                            <a:pt x="4247" y="5933"/>
                            <a:pt x="4229" y="5898"/>
                            <a:pt x="4203" y="5889"/>
                          </a:cubicBezTo>
                          <a:cubicBezTo>
                            <a:pt x="4193" y="5882"/>
                            <a:pt x="4184" y="5879"/>
                            <a:pt x="4175" y="5879"/>
                          </a:cubicBezTo>
                          <a:cubicBezTo>
                            <a:pt x="4158" y="5879"/>
                            <a:pt x="4143" y="5889"/>
                            <a:pt x="4131" y="5907"/>
                          </a:cubicBezTo>
                          <a:cubicBezTo>
                            <a:pt x="4122" y="5933"/>
                            <a:pt x="4131" y="5969"/>
                            <a:pt x="4158" y="5978"/>
                          </a:cubicBezTo>
                          <a:cubicBezTo>
                            <a:pt x="4167" y="5982"/>
                            <a:pt x="4176" y="5985"/>
                            <a:pt x="4185" y="5985"/>
                          </a:cubicBezTo>
                          <a:cubicBezTo>
                            <a:pt x="4194" y="5985"/>
                            <a:pt x="4203" y="5982"/>
                            <a:pt x="4212" y="5978"/>
                          </a:cubicBezTo>
                          <a:lnTo>
                            <a:pt x="4319" y="6085"/>
                          </a:lnTo>
                          <a:lnTo>
                            <a:pt x="4890" y="6085"/>
                          </a:lnTo>
                          <a:cubicBezTo>
                            <a:pt x="4881" y="6121"/>
                            <a:pt x="4863" y="6156"/>
                            <a:pt x="4854" y="6192"/>
                          </a:cubicBezTo>
                          <a:lnTo>
                            <a:pt x="4122" y="6192"/>
                          </a:lnTo>
                          <a:lnTo>
                            <a:pt x="3882" y="5924"/>
                          </a:lnTo>
                          <a:lnTo>
                            <a:pt x="3882" y="5576"/>
                          </a:lnTo>
                          <a:lnTo>
                            <a:pt x="3864" y="5576"/>
                          </a:lnTo>
                          <a:lnTo>
                            <a:pt x="3864" y="5933"/>
                          </a:lnTo>
                          <a:lnTo>
                            <a:pt x="4113" y="6210"/>
                          </a:lnTo>
                          <a:lnTo>
                            <a:pt x="4854" y="6210"/>
                          </a:lnTo>
                          <a:cubicBezTo>
                            <a:pt x="4827" y="6272"/>
                            <a:pt x="4809" y="6335"/>
                            <a:pt x="4783" y="6406"/>
                          </a:cubicBezTo>
                          <a:lnTo>
                            <a:pt x="4783" y="6397"/>
                          </a:lnTo>
                          <a:lnTo>
                            <a:pt x="4087" y="6397"/>
                          </a:lnTo>
                          <a:lnTo>
                            <a:pt x="3641" y="5960"/>
                          </a:lnTo>
                          <a:lnTo>
                            <a:pt x="3641" y="5576"/>
                          </a:lnTo>
                          <a:lnTo>
                            <a:pt x="3837" y="5576"/>
                          </a:lnTo>
                          <a:cubicBezTo>
                            <a:pt x="3953" y="5576"/>
                            <a:pt x="4042" y="5487"/>
                            <a:pt x="4051" y="5371"/>
                          </a:cubicBezTo>
                          <a:close/>
                          <a:moveTo>
                            <a:pt x="3623" y="5576"/>
                          </a:moveTo>
                          <a:lnTo>
                            <a:pt x="3623" y="5969"/>
                          </a:lnTo>
                          <a:lnTo>
                            <a:pt x="4078" y="6415"/>
                          </a:lnTo>
                          <a:lnTo>
                            <a:pt x="4774" y="6415"/>
                          </a:lnTo>
                          <a:cubicBezTo>
                            <a:pt x="4756" y="6486"/>
                            <a:pt x="4729" y="6558"/>
                            <a:pt x="4702" y="6620"/>
                          </a:cubicBezTo>
                          <a:lnTo>
                            <a:pt x="4060" y="6620"/>
                          </a:lnTo>
                          <a:lnTo>
                            <a:pt x="3400" y="5924"/>
                          </a:lnTo>
                          <a:lnTo>
                            <a:pt x="3400" y="5576"/>
                          </a:lnTo>
                          <a:close/>
                          <a:moveTo>
                            <a:pt x="3382" y="5576"/>
                          </a:moveTo>
                          <a:lnTo>
                            <a:pt x="3382" y="5933"/>
                          </a:lnTo>
                          <a:lnTo>
                            <a:pt x="4051" y="6638"/>
                          </a:lnTo>
                          <a:lnTo>
                            <a:pt x="4693" y="6638"/>
                          </a:lnTo>
                          <a:cubicBezTo>
                            <a:pt x="4667" y="6709"/>
                            <a:pt x="4640" y="6790"/>
                            <a:pt x="4613" y="6861"/>
                          </a:cubicBezTo>
                          <a:lnTo>
                            <a:pt x="4060" y="6861"/>
                          </a:lnTo>
                          <a:lnTo>
                            <a:pt x="3168" y="5951"/>
                          </a:lnTo>
                          <a:lnTo>
                            <a:pt x="3177" y="5576"/>
                          </a:lnTo>
                          <a:close/>
                          <a:moveTo>
                            <a:pt x="4533" y="8262"/>
                          </a:moveTo>
                          <a:cubicBezTo>
                            <a:pt x="4542" y="8297"/>
                            <a:pt x="4542" y="8342"/>
                            <a:pt x="4551" y="8378"/>
                          </a:cubicBezTo>
                          <a:lnTo>
                            <a:pt x="4238" y="8378"/>
                          </a:lnTo>
                          <a:lnTo>
                            <a:pt x="4051" y="8503"/>
                          </a:lnTo>
                          <a:lnTo>
                            <a:pt x="3659" y="8503"/>
                          </a:lnTo>
                          <a:lnTo>
                            <a:pt x="3659" y="8413"/>
                          </a:lnTo>
                          <a:cubicBezTo>
                            <a:pt x="3659" y="8404"/>
                            <a:pt x="3659" y="8404"/>
                            <a:pt x="3659" y="8395"/>
                          </a:cubicBezTo>
                          <a:lnTo>
                            <a:pt x="4060" y="8395"/>
                          </a:lnTo>
                          <a:lnTo>
                            <a:pt x="4247" y="8262"/>
                          </a:lnTo>
                          <a:close/>
                          <a:moveTo>
                            <a:pt x="4551" y="8395"/>
                          </a:moveTo>
                          <a:cubicBezTo>
                            <a:pt x="4560" y="8511"/>
                            <a:pt x="4560" y="8619"/>
                            <a:pt x="4560" y="8717"/>
                          </a:cubicBezTo>
                          <a:lnTo>
                            <a:pt x="4212" y="8717"/>
                          </a:lnTo>
                          <a:lnTo>
                            <a:pt x="4087" y="8592"/>
                          </a:lnTo>
                          <a:lnTo>
                            <a:pt x="3659" y="8592"/>
                          </a:lnTo>
                          <a:lnTo>
                            <a:pt x="3659" y="8520"/>
                          </a:lnTo>
                          <a:lnTo>
                            <a:pt x="4060" y="8520"/>
                          </a:lnTo>
                          <a:lnTo>
                            <a:pt x="4247" y="8395"/>
                          </a:lnTo>
                          <a:close/>
                          <a:moveTo>
                            <a:pt x="4078" y="8610"/>
                          </a:moveTo>
                          <a:lnTo>
                            <a:pt x="4203" y="8734"/>
                          </a:lnTo>
                          <a:lnTo>
                            <a:pt x="4560" y="8734"/>
                          </a:lnTo>
                          <a:cubicBezTo>
                            <a:pt x="4551" y="8761"/>
                            <a:pt x="4551" y="8797"/>
                            <a:pt x="4551" y="8824"/>
                          </a:cubicBezTo>
                          <a:lnTo>
                            <a:pt x="4212" y="8824"/>
                          </a:lnTo>
                          <a:lnTo>
                            <a:pt x="4060" y="8690"/>
                          </a:lnTo>
                          <a:lnTo>
                            <a:pt x="3659" y="8690"/>
                          </a:lnTo>
                          <a:lnTo>
                            <a:pt x="3659" y="8610"/>
                          </a:lnTo>
                          <a:close/>
                          <a:moveTo>
                            <a:pt x="322" y="8333"/>
                          </a:moveTo>
                          <a:lnTo>
                            <a:pt x="679" y="8699"/>
                          </a:lnTo>
                          <a:lnTo>
                            <a:pt x="679" y="9002"/>
                          </a:lnTo>
                          <a:lnTo>
                            <a:pt x="581" y="9002"/>
                          </a:lnTo>
                          <a:lnTo>
                            <a:pt x="581" y="8761"/>
                          </a:lnTo>
                          <a:lnTo>
                            <a:pt x="322" y="8529"/>
                          </a:lnTo>
                          <a:lnTo>
                            <a:pt x="37" y="8529"/>
                          </a:lnTo>
                          <a:lnTo>
                            <a:pt x="37" y="8333"/>
                          </a:lnTo>
                          <a:close/>
                          <a:moveTo>
                            <a:pt x="322" y="8181"/>
                          </a:moveTo>
                          <a:lnTo>
                            <a:pt x="857" y="8699"/>
                          </a:lnTo>
                          <a:lnTo>
                            <a:pt x="857" y="9002"/>
                          </a:lnTo>
                          <a:lnTo>
                            <a:pt x="697" y="9002"/>
                          </a:lnTo>
                          <a:lnTo>
                            <a:pt x="697" y="8699"/>
                          </a:lnTo>
                          <a:lnTo>
                            <a:pt x="331" y="8315"/>
                          </a:lnTo>
                          <a:lnTo>
                            <a:pt x="37" y="8315"/>
                          </a:lnTo>
                          <a:lnTo>
                            <a:pt x="37" y="8181"/>
                          </a:lnTo>
                          <a:close/>
                          <a:moveTo>
                            <a:pt x="706" y="1856"/>
                          </a:moveTo>
                          <a:lnTo>
                            <a:pt x="706" y="1901"/>
                          </a:lnTo>
                          <a:cubicBezTo>
                            <a:pt x="706" y="1972"/>
                            <a:pt x="750" y="2035"/>
                            <a:pt x="822" y="2053"/>
                          </a:cubicBezTo>
                          <a:cubicBezTo>
                            <a:pt x="831" y="2053"/>
                            <a:pt x="848" y="2062"/>
                            <a:pt x="857" y="2062"/>
                          </a:cubicBezTo>
                          <a:lnTo>
                            <a:pt x="964" y="2062"/>
                          </a:lnTo>
                          <a:lnTo>
                            <a:pt x="964" y="2802"/>
                          </a:lnTo>
                          <a:lnTo>
                            <a:pt x="1812" y="3658"/>
                          </a:lnTo>
                          <a:lnTo>
                            <a:pt x="1812" y="4747"/>
                          </a:lnTo>
                          <a:lnTo>
                            <a:pt x="1455" y="5077"/>
                          </a:lnTo>
                          <a:lnTo>
                            <a:pt x="866" y="5077"/>
                          </a:lnTo>
                          <a:lnTo>
                            <a:pt x="866" y="5095"/>
                          </a:lnTo>
                          <a:lnTo>
                            <a:pt x="1464" y="5095"/>
                          </a:lnTo>
                          <a:lnTo>
                            <a:pt x="1830" y="4756"/>
                          </a:lnTo>
                          <a:lnTo>
                            <a:pt x="1830" y="3650"/>
                          </a:lnTo>
                          <a:lnTo>
                            <a:pt x="982" y="2793"/>
                          </a:lnTo>
                          <a:lnTo>
                            <a:pt x="982" y="2062"/>
                          </a:lnTo>
                          <a:lnTo>
                            <a:pt x="1098" y="2062"/>
                          </a:lnTo>
                          <a:lnTo>
                            <a:pt x="1098" y="2811"/>
                          </a:lnTo>
                          <a:lnTo>
                            <a:pt x="1098" y="2820"/>
                          </a:lnTo>
                          <a:lnTo>
                            <a:pt x="1946" y="3658"/>
                          </a:lnTo>
                          <a:lnTo>
                            <a:pt x="1946" y="4916"/>
                          </a:lnTo>
                          <a:lnTo>
                            <a:pt x="1589" y="5282"/>
                          </a:lnTo>
                          <a:lnTo>
                            <a:pt x="866" y="5282"/>
                          </a:lnTo>
                          <a:lnTo>
                            <a:pt x="866" y="5300"/>
                          </a:lnTo>
                          <a:lnTo>
                            <a:pt x="1607" y="5300"/>
                          </a:lnTo>
                          <a:lnTo>
                            <a:pt x="1964" y="4925"/>
                          </a:lnTo>
                          <a:lnTo>
                            <a:pt x="1964" y="3650"/>
                          </a:lnTo>
                          <a:lnTo>
                            <a:pt x="1964" y="3641"/>
                          </a:lnTo>
                          <a:lnTo>
                            <a:pt x="1116" y="2802"/>
                          </a:lnTo>
                          <a:lnTo>
                            <a:pt x="1116" y="2062"/>
                          </a:lnTo>
                          <a:lnTo>
                            <a:pt x="1232" y="2062"/>
                          </a:lnTo>
                          <a:lnTo>
                            <a:pt x="1232" y="2811"/>
                          </a:lnTo>
                          <a:lnTo>
                            <a:pt x="2276" y="3864"/>
                          </a:lnTo>
                          <a:lnTo>
                            <a:pt x="3007" y="3864"/>
                          </a:lnTo>
                          <a:lnTo>
                            <a:pt x="3132" y="3980"/>
                          </a:lnTo>
                          <a:lnTo>
                            <a:pt x="3132" y="4470"/>
                          </a:lnTo>
                          <a:lnTo>
                            <a:pt x="3150" y="4470"/>
                          </a:lnTo>
                          <a:lnTo>
                            <a:pt x="3150" y="3971"/>
                          </a:lnTo>
                          <a:lnTo>
                            <a:pt x="3016" y="3846"/>
                          </a:lnTo>
                          <a:lnTo>
                            <a:pt x="2285" y="3846"/>
                          </a:lnTo>
                          <a:lnTo>
                            <a:pt x="1250" y="2802"/>
                          </a:lnTo>
                          <a:lnTo>
                            <a:pt x="1250" y="2062"/>
                          </a:lnTo>
                          <a:lnTo>
                            <a:pt x="1348" y="2062"/>
                          </a:lnTo>
                          <a:cubicBezTo>
                            <a:pt x="1357" y="2062"/>
                            <a:pt x="1375" y="2053"/>
                            <a:pt x="1384" y="2053"/>
                          </a:cubicBezTo>
                          <a:lnTo>
                            <a:pt x="1384" y="2811"/>
                          </a:lnTo>
                          <a:lnTo>
                            <a:pt x="2195" y="3658"/>
                          </a:lnTo>
                          <a:lnTo>
                            <a:pt x="3052" y="3658"/>
                          </a:lnTo>
                          <a:lnTo>
                            <a:pt x="3364" y="3953"/>
                          </a:lnTo>
                          <a:lnTo>
                            <a:pt x="3364" y="4470"/>
                          </a:lnTo>
                          <a:lnTo>
                            <a:pt x="3168" y="4470"/>
                          </a:lnTo>
                          <a:cubicBezTo>
                            <a:pt x="3043" y="4470"/>
                            <a:pt x="2945" y="4568"/>
                            <a:pt x="2945" y="4693"/>
                          </a:cubicBezTo>
                          <a:lnTo>
                            <a:pt x="2945" y="4684"/>
                          </a:lnTo>
                          <a:lnTo>
                            <a:pt x="2401" y="4684"/>
                          </a:lnTo>
                          <a:lnTo>
                            <a:pt x="1571" y="5523"/>
                          </a:lnTo>
                          <a:lnTo>
                            <a:pt x="866" y="5523"/>
                          </a:lnTo>
                          <a:lnTo>
                            <a:pt x="866" y="5541"/>
                          </a:lnTo>
                          <a:lnTo>
                            <a:pt x="1580" y="5541"/>
                          </a:lnTo>
                          <a:lnTo>
                            <a:pt x="1580" y="5532"/>
                          </a:lnTo>
                          <a:lnTo>
                            <a:pt x="2410" y="4702"/>
                          </a:lnTo>
                          <a:lnTo>
                            <a:pt x="2945" y="4702"/>
                          </a:lnTo>
                          <a:lnTo>
                            <a:pt x="2945" y="4979"/>
                          </a:lnTo>
                          <a:lnTo>
                            <a:pt x="2401" y="4979"/>
                          </a:lnTo>
                          <a:lnTo>
                            <a:pt x="2392" y="4988"/>
                          </a:lnTo>
                          <a:lnTo>
                            <a:pt x="1625" y="5755"/>
                          </a:lnTo>
                          <a:lnTo>
                            <a:pt x="866" y="5755"/>
                          </a:lnTo>
                          <a:lnTo>
                            <a:pt x="866" y="5773"/>
                          </a:lnTo>
                          <a:lnTo>
                            <a:pt x="1633" y="5773"/>
                          </a:lnTo>
                          <a:lnTo>
                            <a:pt x="2401" y="4997"/>
                          </a:lnTo>
                          <a:lnTo>
                            <a:pt x="2945" y="4997"/>
                          </a:lnTo>
                          <a:lnTo>
                            <a:pt x="2945" y="5220"/>
                          </a:lnTo>
                          <a:lnTo>
                            <a:pt x="2499" y="5220"/>
                          </a:lnTo>
                          <a:lnTo>
                            <a:pt x="2249" y="5452"/>
                          </a:lnTo>
                          <a:cubicBezTo>
                            <a:pt x="2240" y="5443"/>
                            <a:pt x="2231" y="5434"/>
                            <a:pt x="2222" y="5434"/>
                          </a:cubicBezTo>
                          <a:cubicBezTo>
                            <a:pt x="2187" y="5434"/>
                            <a:pt x="2169" y="5460"/>
                            <a:pt x="2169" y="5487"/>
                          </a:cubicBezTo>
                          <a:cubicBezTo>
                            <a:pt x="2169" y="5523"/>
                            <a:pt x="2187" y="5541"/>
                            <a:pt x="2222" y="5541"/>
                          </a:cubicBezTo>
                          <a:cubicBezTo>
                            <a:pt x="2249" y="5541"/>
                            <a:pt x="2276" y="5523"/>
                            <a:pt x="2276" y="5487"/>
                          </a:cubicBezTo>
                          <a:cubicBezTo>
                            <a:pt x="2276" y="5478"/>
                            <a:pt x="2267" y="5469"/>
                            <a:pt x="2267" y="5460"/>
                          </a:cubicBezTo>
                          <a:lnTo>
                            <a:pt x="2508" y="5237"/>
                          </a:lnTo>
                          <a:lnTo>
                            <a:pt x="2945" y="5237"/>
                          </a:lnTo>
                          <a:lnTo>
                            <a:pt x="2945" y="5362"/>
                          </a:lnTo>
                          <a:cubicBezTo>
                            <a:pt x="2945" y="5389"/>
                            <a:pt x="2954" y="5416"/>
                            <a:pt x="2963" y="5443"/>
                          </a:cubicBezTo>
                          <a:lnTo>
                            <a:pt x="2517" y="5443"/>
                          </a:lnTo>
                          <a:lnTo>
                            <a:pt x="2160" y="5782"/>
                          </a:lnTo>
                          <a:cubicBezTo>
                            <a:pt x="2151" y="5773"/>
                            <a:pt x="2142" y="5773"/>
                            <a:pt x="2133" y="5773"/>
                          </a:cubicBezTo>
                          <a:cubicBezTo>
                            <a:pt x="2097" y="5773"/>
                            <a:pt x="2079" y="5791"/>
                            <a:pt x="2079" y="5826"/>
                          </a:cubicBezTo>
                          <a:cubicBezTo>
                            <a:pt x="2079" y="5853"/>
                            <a:pt x="2097" y="5880"/>
                            <a:pt x="2133" y="5880"/>
                          </a:cubicBezTo>
                          <a:cubicBezTo>
                            <a:pt x="2160" y="5880"/>
                            <a:pt x="2187" y="5853"/>
                            <a:pt x="2187" y="5826"/>
                          </a:cubicBezTo>
                          <a:cubicBezTo>
                            <a:pt x="2187" y="5808"/>
                            <a:pt x="2178" y="5799"/>
                            <a:pt x="2169" y="5791"/>
                          </a:cubicBezTo>
                          <a:lnTo>
                            <a:pt x="2526" y="5460"/>
                          </a:lnTo>
                          <a:lnTo>
                            <a:pt x="2972" y="5460"/>
                          </a:lnTo>
                          <a:lnTo>
                            <a:pt x="2972" y="5452"/>
                          </a:lnTo>
                          <a:cubicBezTo>
                            <a:pt x="2998" y="5523"/>
                            <a:pt x="3079" y="5576"/>
                            <a:pt x="3168" y="5576"/>
                          </a:cubicBezTo>
                          <a:lnTo>
                            <a:pt x="3159" y="5576"/>
                          </a:lnTo>
                          <a:lnTo>
                            <a:pt x="3150" y="5951"/>
                          </a:lnTo>
                          <a:lnTo>
                            <a:pt x="3159" y="5960"/>
                          </a:lnTo>
                          <a:lnTo>
                            <a:pt x="4051" y="6879"/>
                          </a:lnTo>
                          <a:lnTo>
                            <a:pt x="4604" y="6879"/>
                          </a:lnTo>
                          <a:cubicBezTo>
                            <a:pt x="4586" y="6941"/>
                            <a:pt x="4560" y="6995"/>
                            <a:pt x="4542" y="7048"/>
                          </a:cubicBezTo>
                          <a:lnTo>
                            <a:pt x="3962" y="7048"/>
                          </a:lnTo>
                          <a:lnTo>
                            <a:pt x="3212" y="6281"/>
                          </a:lnTo>
                          <a:cubicBezTo>
                            <a:pt x="3221" y="6254"/>
                            <a:pt x="3212" y="6219"/>
                            <a:pt x="3186" y="6210"/>
                          </a:cubicBezTo>
                          <a:cubicBezTo>
                            <a:pt x="3176" y="6204"/>
                            <a:pt x="3166" y="6201"/>
                            <a:pt x="3155" y="6201"/>
                          </a:cubicBezTo>
                          <a:cubicBezTo>
                            <a:pt x="3137" y="6201"/>
                            <a:pt x="3120" y="6210"/>
                            <a:pt x="3114" y="6228"/>
                          </a:cubicBezTo>
                          <a:cubicBezTo>
                            <a:pt x="3096" y="6254"/>
                            <a:pt x="3114" y="6290"/>
                            <a:pt x="3141" y="6299"/>
                          </a:cubicBezTo>
                          <a:cubicBezTo>
                            <a:pt x="3148" y="6303"/>
                            <a:pt x="3156" y="6305"/>
                            <a:pt x="3163" y="6305"/>
                          </a:cubicBezTo>
                          <a:cubicBezTo>
                            <a:pt x="3174" y="6305"/>
                            <a:pt x="3184" y="6301"/>
                            <a:pt x="3195" y="6290"/>
                          </a:cubicBezTo>
                          <a:lnTo>
                            <a:pt x="3953" y="7075"/>
                          </a:lnTo>
                          <a:lnTo>
                            <a:pt x="4542" y="7075"/>
                          </a:lnTo>
                          <a:cubicBezTo>
                            <a:pt x="4524" y="7129"/>
                            <a:pt x="4506" y="7191"/>
                            <a:pt x="4497" y="7236"/>
                          </a:cubicBezTo>
                          <a:lnTo>
                            <a:pt x="3810" y="7236"/>
                          </a:lnTo>
                          <a:lnTo>
                            <a:pt x="2838" y="6281"/>
                          </a:lnTo>
                          <a:cubicBezTo>
                            <a:pt x="2847" y="6272"/>
                            <a:pt x="2847" y="6263"/>
                            <a:pt x="2847" y="6254"/>
                          </a:cubicBezTo>
                          <a:cubicBezTo>
                            <a:pt x="2847" y="6228"/>
                            <a:pt x="2820" y="6201"/>
                            <a:pt x="2793" y="6201"/>
                          </a:cubicBezTo>
                          <a:cubicBezTo>
                            <a:pt x="2766" y="6201"/>
                            <a:pt x="2740" y="6228"/>
                            <a:pt x="2740" y="6254"/>
                          </a:cubicBezTo>
                          <a:cubicBezTo>
                            <a:pt x="2740" y="6281"/>
                            <a:pt x="2766" y="6308"/>
                            <a:pt x="2793" y="6308"/>
                          </a:cubicBezTo>
                          <a:cubicBezTo>
                            <a:pt x="2811" y="6308"/>
                            <a:pt x="2820" y="6299"/>
                            <a:pt x="2829" y="6290"/>
                          </a:cubicBezTo>
                          <a:lnTo>
                            <a:pt x="3801" y="7254"/>
                          </a:lnTo>
                          <a:lnTo>
                            <a:pt x="4488" y="7254"/>
                          </a:lnTo>
                          <a:cubicBezTo>
                            <a:pt x="4488" y="7271"/>
                            <a:pt x="4488" y="7280"/>
                            <a:pt x="4479" y="7289"/>
                          </a:cubicBezTo>
                          <a:cubicBezTo>
                            <a:pt x="4470" y="7334"/>
                            <a:pt x="4470" y="7396"/>
                            <a:pt x="4470" y="7450"/>
                          </a:cubicBezTo>
                          <a:lnTo>
                            <a:pt x="3685" y="7450"/>
                          </a:lnTo>
                          <a:lnTo>
                            <a:pt x="2508" y="6281"/>
                          </a:lnTo>
                          <a:cubicBezTo>
                            <a:pt x="2508" y="6272"/>
                            <a:pt x="2517" y="6263"/>
                            <a:pt x="2517" y="6254"/>
                          </a:cubicBezTo>
                          <a:cubicBezTo>
                            <a:pt x="2517" y="6228"/>
                            <a:pt x="2490" y="6201"/>
                            <a:pt x="2463" y="6201"/>
                          </a:cubicBezTo>
                          <a:cubicBezTo>
                            <a:pt x="2427" y="6201"/>
                            <a:pt x="2410" y="6228"/>
                            <a:pt x="2410" y="6254"/>
                          </a:cubicBezTo>
                          <a:cubicBezTo>
                            <a:pt x="2410" y="6281"/>
                            <a:pt x="2427" y="6308"/>
                            <a:pt x="2463" y="6308"/>
                          </a:cubicBezTo>
                          <a:cubicBezTo>
                            <a:pt x="2472" y="6308"/>
                            <a:pt x="2490" y="6299"/>
                            <a:pt x="2499" y="6290"/>
                          </a:cubicBezTo>
                          <a:lnTo>
                            <a:pt x="3676" y="7468"/>
                          </a:lnTo>
                          <a:lnTo>
                            <a:pt x="4470" y="7468"/>
                          </a:lnTo>
                          <a:cubicBezTo>
                            <a:pt x="4470" y="7503"/>
                            <a:pt x="4470" y="7539"/>
                            <a:pt x="4470" y="7575"/>
                          </a:cubicBezTo>
                          <a:lnTo>
                            <a:pt x="3899" y="7575"/>
                          </a:lnTo>
                          <a:cubicBezTo>
                            <a:pt x="3899" y="7566"/>
                            <a:pt x="3890" y="7548"/>
                            <a:pt x="3873" y="7539"/>
                          </a:cubicBezTo>
                          <a:cubicBezTo>
                            <a:pt x="3865" y="7534"/>
                            <a:pt x="3857" y="7532"/>
                            <a:pt x="3849" y="7532"/>
                          </a:cubicBezTo>
                          <a:cubicBezTo>
                            <a:pt x="3828" y="7532"/>
                            <a:pt x="3808" y="7547"/>
                            <a:pt x="3801" y="7566"/>
                          </a:cubicBezTo>
                          <a:cubicBezTo>
                            <a:pt x="3783" y="7593"/>
                            <a:pt x="3801" y="7619"/>
                            <a:pt x="3828" y="7637"/>
                          </a:cubicBezTo>
                          <a:cubicBezTo>
                            <a:pt x="3835" y="7639"/>
                            <a:pt x="3841" y="7641"/>
                            <a:pt x="3848" y="7641"/>
                          </a:cubicBezTo>
                          <a:cubicBezTo>
                            <a:pt x="3868" y="7641"/>
                            <a:pt x="3886" y="7631"/>
                            <a:pt x="3899" y="7610"/>
                          </a:cubicBezTo>
                          <a:cubicBezTo>
                            <a:pt x="3899" y="7602"/>
                            <a:pt x="3899" y="7602"/>
                            <a:pt x="3899" y="7593"/>
                          </a:cubicBezTo>
                          <a:lnTo>
                            <a:pt x="4470" y="7593"/>
                          </a:lnTo>
                          <a:cubicBezTo>
                            <a:pt x="4470" y="7646"/>
                            <a:pt x="4479" y="7700"/>
                            <a:pt x="4479" y="7753"/>
                          </a:cubicBezTo>
                          <a:lnTo>
                            <a:pt x="4042" y="7753"/>
                          </a:lnTo>
                          <a:cubicBezTo>
                            <a:pt x="4042" y="7735"/>
                            <a:pt x="4033" y="7717"/>
                            <a:pt x="4015" y="7709"/>
                          </a:cubicBezTo>
                          <a:cubicBezTo>
                            <a:pt x="4009" y="7706"/>
                            <a:pt x="4002" y="7705"/>
                            <a:pt x="3995" y="7705"/>
                          </a:cubicBezTo>
                          <a:cubicBezTo>
                            <a:pt x="3976" y="7705"/>
                            <a:pt x="3957" y="7715"/>
                            <a:pt x="3944" y="7735"/>
                          </a:cubicBezTo>
                          <a:cubicBezTo>
                            <a:pt x="3935" y="7762"/>
                            <a:pt x="3944" y="7789"/>
                            <a:pt x="3971" y="7807"/>
                          </a:cubicBezTo>
                          <a:cubicBezTo>
                            <a:pt x="3977" y="7809"/>
                            <a:pt x="3984" y="7810"/>
                            <a:pt x="3991" y="7810"/>
                          </a:cubicBezTo>
                          <a:cubicBezTo>
                            <a:pt x="4010" y="7810"/>
                            <a:pt x="4029" y="7800"/>
                            <a:pt x="4042" y="7780"/>
                          </a:cubicBezTo>
                          <a:cubicBezTo>
                            <a:pt x="4042" y="7780"/>
                            <a:pt x="4042" y="7771"/>
                            <a:pt x="4042" y="7771"/>
                          </a:cubicBezTo>
                          <a:lnTo>
                            <a:pt x="4488" y="7771"/>
                          </a:lnTo>
                          <a:cubicBezTo>
                            <a:pt x="4488" y="7816"/>
                            <a:pt x="4497" y="7869"/>
                            <a:pt x="4497" y="7923"/>
                          </a:cubicBezTo>
                          <a:lnTo>
                            <a:pt x="4176" y="7923"/>
                          </a:lnTo>
                          <a:cubicBezTo>
                            <a:pt x="4176" y="7914"/>
                            <a:pt x="4167" y="7896"/>
                            <a:pt x="4149" y="7887"/>
                          </a:cubicBezTo>
                          <a:cubicBezTo>
                            <a:pt x="4142" y="7885"/>
                            <a:pt x="4135" y="7884"/>
                            <a:pt x="4128" y="7884"/>
                          </a:cubicBezTo>
                          <a:cubicBezTo>
                            <a:pt x="4106" y="7884"/>
                            <a:pt x="4084" y="7894"/>
                            <a:pt x="4078" y="7914"/>
                          </a:cubicBezTo>
                          <a:cubicBezTo>
                            <a:pt x="4060" y="7941"/>
                            <a:pt x="4078" y="7967"/>
                            <a:pt x="4105" y="7985"/>
                          </a:cubicBezTo>
                          <a:cubicBezTo>
                            <a:pt x="4109" y="7987"/>
                            <a:pt x="4115" y="7988"/>
                            <a:pt x="4121" y="7988"/>
                          </a:cubicBezTo>
                          <a:cubicBezTo>
                            <a:pt x="4139" y="7988"/>
                            <a:pt x="4163" y="7978"/>
                            <a:pt x="4176" y="7958"/>
                          </a:cubicBezTo>
                          <a:cubicBezTo>
                            <a:pt x="4176" y="7958"/>
                            <a:pt x="4176" y="7949"/>
                            <a:pt x="4176" y="7941"/>
                          </a:cubicBezTo>
                          <a:lnTo>
                            <a:pt x="4506" y="7941"/>
                          </a:lnTo>
                          <a:cubicBezTo>
                            <a:pt x="4506" y="7976"/>
                            <a:pt x="4506" y="8003"/>
                            <a:pt x="4515" y="8039"/>
                          </a:cubicBezTo>
                          <a:cubicBezTo>
                            <a:pt x="4515" y="8056"/>
                            <a:pt x="4515" y="8083"/>
                            <a:pt x="4515" y="8101"/>
                          </a:cubicBezTo>
                          <a:lnTo>
                            <a:pt x="4328" y="8101"/>
                          </a:lnTo>
                          <a:cubicBezTo>
                            <a:pt x="4328" y="8083"/>
                            <a:pt x="4310" y="8074"/>
                            <a:pt x="4301" y="8065"/>
                          </a:cubicBezTo>
                          <a:cubicBezTo>
                            <a:pt x="4291" y="8059"/>
                            <a:pt x="4281" y="8056"/>
                            <a:pt x="4271" y="8056"/>
                          </a:cubicBezTo>
                          <a:cubicBezTo>
                            <a:pt x="4252" y="8056"/>
                            <a:pt x="4235" y="8066"/>
                            <a:pt x="4229" y="8083"/>
                          </a:cubicBezTo>
                          <a:cubicBezTo>
                            <a:pt x="4212" y="8110"/>
                            <a:pt x="4221" y="8146"/>
                            <a:pt x="4247" y="8155"/>
                          </a:cubicBezTo>
                          <a:cubicBezTo>
                            <a:pt x="4257" y="8161"/>
                            <a:pt x="4267" y="8164"/>
                            <a:pt x="4278" y="8164"/>
                          </a:cubicBezTo>
                          <a:cubicBezTo>
                            <a:pt x="4296" y="8164"/>
                            <a:pt x="4313" y="8154"/>
                            <a:pt x="4319" y="8137"/>
                          </a:cubicBezTo>
                          <a:cubicBezTo>
                            <a:pt x="4328" y="8128"/>
                            <a:pt x="4328" y="8128"/>
                            <a:pt x="4328" y="8119"/>
                          </a:cubicBezTo>
                          <a:lnTo>
                            <a:pt x="4524" y="8119"/>
                          </a:lnTo>
                          <a:cubicBezTo>
                            <a:pt x="4524" y="8164"/>
                            <a:pt x="4533" y="8199"/>
                            <a:pt x="4533" y="8244"/>
                          </a:cubicBezTo>
                          <a:lnTo>
                            <a:pt x="4247" y="8244"/>
                          </a:lnTo>
                          <a:lnTo>
                            <a:pt x="4051" y="8378"/>
                          </a:lnTo>
                          <a:lnTo>
                            <a:pt x="3659" y="8378"/>
                          </a:lnTo>
                          <a:lnTo>
                            <a:pt x="3659" y="8387"/>
                          </a:lnTo>
                          <a:cubicBezTo>
                            <a:pt x="3650" y="8342"/>
                            <a:pt x="3605" y="8315"/>
                            <a:pt x="3560" y="8315"/>
                          </a:cubicBezTo>
                          <a:lnTo>
                            <a:pt x="3534" y="8315"/>
                          </a:lnTo>
                          <a:lnTo>
                            <a:pt x="3534" y="7753"/>
                          </a:lnTo>
                          <a:lnTo>
                            <a:pt x="1803" y="6014"/>
                          </a:lnTo>
                          <a:lnTo>
                            <a:pt x="866" y="6014"/>
                          </a:lnTo>
                          <a:lnTo>
                            <a:pt x="866" y="6031"/>
                          </a:lnTo>
                          <a:lnTo>
                            <a:pt x="1794" y="6031"/>
                          </a:lnTo>
                          <a:lnTo>
                            <a:pt x="3516" y="7762"/>
                          </a:lnTo>
                          <a:lnTo>
                            <a:pt x="3516" y="8315"/>
                          </a:lnTo>
                          <a:lnTo>
                            <a:pt x="3257" y="8315"/>
                          </a:lnTo>
                          <a:cubicBezTo>
                            <a:pt x="3212" y="8315"/>
                            <a:pt x="3177" y="8342"/>
                            <a:pt x="3168" y="8387"/>
                          </a:cubicBezTo>
                          <a:lnTo>
                            <a:pt x="3168" y="8378"/>
                          </a:lnTo>
                          <a:lnTo>
                            <a:pt x="2517" y="8378"/>
                          </a:lnTo>
                          <a:lnTo>
                            <a:pt x="2276" y="8627"/>
                          </a:lnTo>
                          <a:lnTo>
                            <a:pt x="2276" y="9145"/>
                          </a:lnTo>
                          <a:lnTo>
                            <a:pt x="1910" y="9493"/>
                          </a:lnTo>
                          <a:lnTo>
                            <a:pt x="1268" y="9493"/>
                          </a:lnTo>
                          <a:lnTo>
                            <a:pt x="1268" y="9404"/>
                          </a:lnTo>
                          <a:lnTo>
                            <a:pt x="1794" y="9404"/>
                          </a:lnTo>
                          <a:lnTo>
                            <a:pt x="2133" y="9038"/>
                          </a:lnTo>
                          <a:lnTo>
                            <a:pt x="2133" y="7396"/>
                          </a:lnTo>
                          <a:lnTo>
                            <a:pt x="1241" y="6513"/>
                          </a:lnTo>
                          <a:lnTo>
                            <a:pt x="866" y="6513"/>
                          </a:lnTo>
                          <a:lnTo>
                            <a:pt x="866" y="6531"/>
                          </a:lnTo>
                          <a:lnTo>
                            <a:pt x="1232" y="6531"/>
                          </a:lnTo>
                          <a:lnTo>
                            <a:pt x="2115" y="7405"/>
                          </a:lnTo>
                          <a:lnTo>
                            <a:pt x="2115" y="9029"/>
                          </a:lnTo>
                          <a:lnTo>
                            <a:pt x="1785" y="9386"/>
                          </a:lnTo>
                          <a:lnTo>
                            <a:pt x="1268" y="9386"/>
                          </a:lnTo>
                          <a:lnTo>
                            <a:pt x="1268" y="9198"/>
                          </a:lnTo>
                          <a:lnTo>
                            <a:pt x="1669" y="9198"/>
                          </a:lnTo>
                          <a:lnTo>
                            <a:pt x="1892" y="8975"/>
                          </a:lnTo>
                          <a:lnTo>
                            <a:pt x="1892" y="7396"/>
                          </a:lnTo>
                          <a:lnTo>
                            <a:pt x="1883" y="7396"/>
                          </a:lnTo>
                          <a:lnTo>
                            <a:pt x="1241" y="6763"/>
                          </a:lnTo>
                          <a:lnTo>
                            <a:pt x="839" y="6763"/>
                          </a:lnTo>
                          <a:lnTo>
                            <a:pt x="839" y="6781"/>
                          </a:lnTo>
                          <a:lnTo>
                            <a:pt x="1232" y="6781"/>
                          </a:lnTo>
                          <a:lnTo>
                            <a:pt x="1874" y="7405"/>
                          </a:lnTo>
                          <a:lnTo>
                            <a:pt x="1874" y="8975"/>
                          </a:lnTo>
                          <a:lnTo>
                            <a:pt x="1660" y="9181"/>
                          </a:lnTo>
                          <a:lnTo>
                            <a:pt x="1268" y="9181"/>
                          </a:lnTo>
                          <a:lnTo>
                            <a:pt x="1268" y="9154"/>
                          </a:lnTo>
                          <a:cubicBezTo>
                            <a:pt x="1268" y="9082"/>
                            <a:pt x="1223" y="9029"/>
                            <a:pt x="1170" y="9011"/>
                          </a:cubicBezTo>
                          <a:lnTo>
                            <a:pt x="1170" y="8128"/>
                          </a:lnTo>
                          <a:lnTo>
                            <a:pt x="1170" y="8119"/>
                          </a:lnTo>
                          <a:lnTo>
                            <a:pt x="420" y="7396"/>
                          </a:lnTo>
                          <a:lnTo>
                            <a:pt x="420" y="7173"/>
                          </a:lnTo>
                          <a:cubicBezTo>
                            <a:pt x="438" y="7173"/>
                            <a:pt x="456" y="7164"/>
                            <a:pt x="465" y="7147"/>
                          </a:cubicBezTo>
                          <a:cubicBezTo>
                            <a:pt x="474" y="7120"/>
                            <a:pt x="465" y="7084"/>
                            <a:pt x="438" y="7075"/>
                          </a:cubicBezTo>
                          <a:cubicBezTo>
                            <a:pt x="429" y="7069"/>
                            <a:pt x="419" y="7066"/>
                            <a:pt x="410" y="7066"/>
                          </a:cubicBezTo>
                          <a:cubicBezTo>
                            <a:pt x="393" y="7066"/>
                            <a:pt x="378" y="7076"/>
                            <a:pt x="367" y="7093"/>
                          </a:cubicBezTo>
                          <a:cubicBezTo>
                            <a:pt x="358" y="7120"/>
                            <a:pt x="367" y="7155"/>
                            <a:pt x="393" y="7164"/>
                          </a:cubicBezTo>
                          <a:cubicBezTo>
                            <a:pt x="393" y="7173"/>
                            <a:pt x="402" y="7173"/>
                            <a:pt x="402" y="7173"/>
                          </a:cubicBezTo>
                          <a:lnTo>
                            <a:pt x="402" y="7396"/>
                          </a:lnTo>
                          <a:lnTo>
                            <a:pt x="411" y="7405"/>
                          </a:lnTo>
                          <a:lnTo>
                            <a:pt x="1152" y="8137"/>
                          </a:lnTo>
                          <a:lnTo>
                            <a:pt x="1152" y="9002"/>
                          </a:lnTo>
                          <a:lnTo>
                            <a:pt x="1027" y="9002"/>
                          </a:lnTo>
                          <a:lnTo>
                            <a:pt x="1027" y="8190"/>
                          </a:lnTo>
                          <a:lnTo>
                            <a:pt x="251" y="7432"/>
                          </a:lnTo>
                          <a:lnTo>
                            <a:pt x="251" y="7120"/>
                          </a:lnTo>
                          <a:cubicBezTo>
                            <a:pt x="260" y="7120"/>
                            <a:pt x="277" y="7111"/>
                            <a:pt x="286" y="7093"/>
                          </a:cubicBezTo>
                          <a:cubicBezTo>
                            <a:pt x="304" y="7066"/>
                            <a:pt x="286" y="7039"/>
                            <a:pt x="260" y="7022"/>
                          </a:cubicBezTo>
                          <a:cubicBezTo>
                            <a:pt x="253" y="7019"/>
                            <a:pt x="246" y="7018"/>
                            <a:pt x="240" y="7018"/>
                          </a:cubicBezTo>
                          <a:cubicBezTo>
                            <a:pt x="220" y="7018"/>
                            <a:pt x="202" y="7028"/>
                            <a:pt x="188" y="7048"/>
                          </a:cubicBezTo>
                          <a:cubicBezTo>
                            <a:pt x="179" y="7075"/>
                            <a:pt x="188" y="7102"/>
                            <a:pt x="215" y="7120"/>
                          </a:cubicBezTo>
                          <a:lnTo>
                            <a:pt x="233" y="7120"/>
                          </a:lnTo>
                          <a:lnTo>
                            <a:pt x="233" y="7441"/>
                          </a:lnTo>
                          <a:lnTo>
                            <a:pt x="1009" y="8199"/>
                          </a:lnTo>
                          <a:lnTo>
                            <a:pt x="1009" y="9002"/>
                          </a:lnTo>
                          <a:lnTo>
                            <a:pt x="875" y="9002"/>
                          </a:lnTo>
                          <a:lnTo>
                            <a:pt x="875" y="8699"/>
                          </a:lnTo>
                          <a:lnTo>
                            <a:pt x="875" y="8690"/>
                          </a:lnTo>
                          <a:lnTo>
                            <a:pt x="331" y="8164"/>
                          </a:lnTo>
                          <a:lnTo>
                            <a:pt x="37" y="8164"/>
                          </a:lnTo>
                          <a:lnTo>
                            <a:pt x="37" y="4372"/>
                          </a:lnTo>
                          <a:lnTo>
                            <a:pt x="804" y="4372"/>
                          </a:lnTo>
                          <a:lnTo>
                            <a:pt x="1205" y="3953"/>
                          </a:lnTo>
                          <a:cubicBezTo>
                            <a:pt x="1214" y="3962"/>
                            <a:pt x="1223" y="3971"/>
                            <a:pt x="1241" y="3971"/>
                          </a:cubicBezTo>
                          <a:cubicBezTo>
                            <a:pt x="1268" y="3971"/>
                            <a:pt x="1294" y="3944"/>
                            <a:pt x="1294" y="3917"/>
                          </a:cubicBezTo>
                          <a:cubicBezTo>
                            <a:pt x="1294" y="3881"/>
                            <a:pt x="1268" y="3864"/>
                            <a:pt x="1241" y="3864"/>
                          </a:cubicBezTo>
                          <a:cubicBezTo>
                            <a:pt x="1205" y="3864"/>
                            <a:pt x="1187" y="3881"/>
                            <a:pt x="1187" y="3917"/>
                          </a:cubicBezTo>
                          <a:cubicBezTo>
                            <a:pt x="1187" y="3926"/>
                            <a:pt x="1187" y="3935"/>
                            <a:pt x="1196" y="3944"/>
                          </a:cubicBezTo>
                          <a:lnTo>
                            <a:pt x="795" y="4354"/>
                          </a:lnTo>
                          <a:lnTo>
                            <a:pt x="37" y="4354"/>
                          </a:lnTo>
                          <a:lnTo>
                            <a:pt x="37" y="4256"/>
                          </a:lnTo>
                          <a:lnTo>
                            <a:pt x="715" y="4256"/>
                          </a:lnTo>
                          <a:lnTo>
                            <a:pt x="1000" y="3962"/>
                          </a:lnTo>
                          <a:cubicBezTo>
                            <a:pt x="1009" y="3962"/>
                            <a:pt x="1018" y="3971"/>
                            <a:pt x="1027" y="3971"/>
                          </a:cubicBezTo>
                          <a:cubicBezTo>
                            <a:pt x="1054" y="3971"/>
                            <a:pt x="1080" y="3944"/>
                            <a:pt x="1080" y="3917"/>
                          </a:cubicBezTo>
                          <a:cubicBezTo>
                            <a:pt x="1080" y="3881"/>
                            <a:pt x="1054" y="3864"/>
                            <a:pt x="1027" y="3864"/>
                          </a:cubicBezTo>
                          <a:cubicBezTo>
                            <a:pt x="991" y="3864"/>
                            <a:pt x="973" y="3881"/>
                            <a:pt x="973" y="3917"/>
                          </a:cubicBezTo>
                          <a:cubicBezTo>
                            <a:pt x="973" y="3926"/>
                            <a:pt x="973" y="3944"/>
                            <a:pt x="982" y="3953"/>
                          </a:cubicBezTo>
                          <a:lnTo>
                            <a:pt x="706" y="4238"/>
                          </a:lnTo>
                          <a:lnTo>
                            <a:pt x="37" y="4238"/>
                          </a:lnTo>
                          <a:lnTo>
                            <a:pt x="37" y="4122"/>
                          </a:lnTo>
                          <a:lnTo>
                            <a:pt x="616" y="4122"/>
                          </a:lnTo>
                          <a:lnTo>
                            <a:pt x="768" y="3962"/>
                          </a:lnTo>
                          <a:cubicBezTo>
                            <a:pt x="777" y="3962"/>
                            <a:pt x="786" y="3971"/>
                            <a:pt x="804" y="3971"/>
                          </a:cubicBezTo>
                          <a:cubicBezTo>
                            <a:pt x="831" y="3971"/>
                            <a:pt x="857" y="3944"/>
                            <a:pt x="857" y="3917"/>
                          </a:cubicBezTo>
                          <a:cubicBezTo>
                            <a:pt x="857" y="3881"/>
                            <a:pt x="831" y="3864"/>
                            <a:pt x="804" y="3864"/>
                          </a:cubicBezTo>
                          <a:cubicBezTo>
                            <a:pt x="768" y="3864"/>
                            <a:pt x="750" y="3881"/>
                            <a:pt x="750" y="3917"/>
                          </a:cubicBezTo>
                          <a:cubicBezTo>
                            <a:pt x="750" y="3926"/>
                            <a:pt x="750" y="3935"/>
                            <a:pt x="759" y="3944"/>
                          </a:cubicBezTo>
                          <a:lnTo>
                            <a:pt x="608" y="4104"/>
                          </a:lnTo>
                          <a:lnTo>
                            <a:pt x="37" y="4104"/>
                          </a:lnTo>
                          <a:lnTo>
                            <a:pt x="37" y="3453"/>
                          </a:lnTo>
                          <a:lnTo>
                            <a:pt x="313" y="3453"/>
                          </a:lnTo>
                          <a:lnTo>
                            <a:pt x="465" y="3578"/>
                          </a:lnTo>
                          <a:cubicBezTo>
                            <a:pt x="456" y="3587"/>
                            <a:pt x="447" y="3605"/>
                            <a:pt x="447" y="3614"/>
                          </a:cubicBezTo>
                          <a:cubicBezTo>
                            <a:pt x="447" y="3650"/>
                            <a:pt x="474" y="3667"/>
                            <a:pt x="500" y="3667"/>
                          </a:cubicBezTo>
                          <a:cubicBezTo>
                            <a:pt x="536" y="3667"/>
                            <a:pt x="554" y="3650"/>
                            <a:pt x="554" y="3614"/>
                          </a:cubicBezTo>
                          <a:cubicBezTo>
                            <a:pt x="554" y="3587"/>
                            <a:pt x="536" y="3560"/>
                            <a:pt x="500" y="3560"/>
                          </a:cubicBezTo>
                          <a:cubicBezTo>
                            <a:pt x="492" y="3560"/>
                            <a:pt x="483" y="3569"/>
                            <a:pt x="483" y="3569"/>
                          </a:cubicBezTo>
                          <a:lnTo>
                            <a:pt x="322" y="3435"/>
                          </a:lnTo>
                          <a:lnTo>
                            <a:pt x="37" y="3435"/>
                          </a:lnTo>
                          <a:lnTo>
                            <a:pt x="37" y="3355"/>
                          </a:lnTo>
                          <a:lnTo>
                            <a:pt x="447" y="3355"/>
                          </a:lnTo>
                          <a:lnTo>
                            <a:pt x="706" y="3587"/>
                          </a:lnTo>
                          <a:cubicBezTo>
                            <a:pt x="697" y="3596"/>
                            <a:pt x="697" y="3605"/>
                            <a:pt x="697" y="3614"/>
                          </a:cubicBezTo>
                          <a:cubicBezTo>
                            <a:pt x="697" y="3650"/>
                            <a:pt x="715" y="3667"/>
                            <a:pt x="750" y="3667"/>
                          </a:cubicBezTo>
                          <a:cubicBezTo>
                            <a:pt x="777" y="3667"/>
                            <a:pt x="804" y="3650"/>
                            <a:pt x="804" y="3614"/>
                          </a:cubicBezTo>
                          <a:cubicBezTo>
                            <a:pt x="804" y="3587"/>
                            <a:pt x="777" y="3560"/>
                            <a:pt x="750" y="3560"/>
                          </a:cubicBezTo>
                          <a:cubicBezTo>
                            <a:pt x="732" y="3560"/>
                            <a:pt x="723" y="3569"/>
                            <a:pt x="715" y="3569"/>
                          </a:cubicBezTo>
                          <a:lnTo>
                            <a:pt x="456" y="3337"/>
                          </a:lnTo>
                          <a:lnTo>
                            <a:pt x="37" y="3337"/>
                          </a:lnTo>
                          <a:lnTo>
                            <a:pt x="37" y="3186"/>
                          </a:lnTo>
                          <a:lnTo>
                            <a:pt x="518" y="3186"/>
                          </a:lnTo>
                          <a:lnTo>
                            <a:pt x="947" y="3587"/>
                          </a:lnTo>
                          <a:cubicBezTo>
                            <a:pt x="938" y="3596"/>
                            <a:pt x="938" y="3605"/>
                            <a:pt x="938" y="3614"/>
                          </a:cubicBezTo>
                          <a:cubicBezTo>
                            <a:pt x="938" y="3650"/>
                            <a:pt x="964" y="3667"/>
                            <a:pt x="991" y="3667"/>
                          </a:cubicBezTo>
                          <a:cubicBezTo>
                            <a:pt x="1018" y="3667"/>
                            <a:pt x="1045" y="3650"/>
                            <a:pt x="1045" y="3614"/>
                          </a:cubicBezTo>
                          <a:cubicBezTo>
                            <a:pt x="1045" y="3587"/>
                            <a:pt x="1018" y="3560"/>
                            <a:pt x="991" y="3560"/>
                          </a:cubicBezTo>
                          <a:cubicBezTo>
                            <a:pt x="973" y="3560"/>
                            <a:pt x="964" y="3569"/>
                            <a:pt x="955" y="3578"/>
                          </a:cubicBezTo>
                          <a:lnTo>
                            <a:pt x="527" y="3168"/>
                          </a:lnTo>
                          <a:lnTo>
                            <a:pt x="37" y="3168"/>
                          </a:lnTo>
                          <a:lnTo>
                            <a:pt x="37" y="1946"/>
                          </a:lnTo>
                          <a:lnTo>
                            <a:pt x="286" y="1946"/>
                          </a:lnTo>
                          <a:lnTo>
                            <a:pt x="393" y="1856"/>
                          </a:lnTo>
                          <a:close/>
                          <a:moveTo>
                            <a:pt x="4051" y="8708"/>
                          </a:moveTo>
                          <a:lnTo>
                            <a:pt x="4203" y="8842"/>
                          </a:lnTo>
                          <a:lnTo>
                            <a:pt x="4542" y="8842"/>
                          </a:lnTo>
                          <a:cubicBezTo>
                            <a:pt x="4542" y="8895"/>
                            <a:pt x="4524" y="8949"/>
                            <a:pt x="4506" y="8993"/>
                          </a:cubicBezTo>
                          <a:cubicBezTo>
                            <a:pt x="4399" y="9279"/>
                            <a:pt x="4149" y="9644"/>
                            <a:pt x="3828" y="9983"/>
                          </a:cubicBezTo>
                          <a:lnTo>
                            <a:pt x="3828" y="9279"/>
                          </a:lnTo>
                          <a:lnTo>
                            <a:pt x="3614" y="9056"/>
                          </a:lnTo>
                          <a:lnTo>
                            <a:pt x="3614" y="8797"/>
                          </a:lnTo>
                          <a:lnTo>
                            <a:pt x="3605" y="8797"/>
                          </a:lnTo>
                          <a:cubicBezTo>
                            <a:pt x="3632" y="8788"/>
                            <a:pt x="3659" y="8752"/>
                            <a:pt x="3659" y="8708"/>
                          </a:cubicBezTo>
                          <a:close/>
                          <a:moveTo>
                            <a:pt x="3596" y="8806"/>
                          </a:moveTo>
                          <a:lnTo>
                            <a:pt x="3596" y="9056"/>
                          </a:lnTo>
                          <a:lnTo>
                            <a:pt x="3810" y="9279"/>
                          </a:lnTo>
                          <a:lnTo>
                            <a:pt x="3810" y="10010"/>
                          </a:lnTo>
                          <a:cubicBezTo>
                            <a:pt x="3792" y="10037"/>
                            <a:pt x="3766" y="10064"/>
                            <a:pt x="3739" y="10090"/>
                          </a:cubicBezTo>
                          <a:lnTo>
                            <a:pt x="3739" y="9305"/>
                          </a:lnTo>
                          <a:lnTo>
                            <a:pt x="3516" y="9091"/>
                          </a:lnTo>
                          <a:lnTo>
                            <a:pt x="3516" y="8806"/>
                          </a:lnTo>
                          <a:close/>
                          <a:moveTo>
                            <a:pt x="3498" y="8806"/>
                          </a:moveTo>
                          <a:lnTo>
                            <a:pt x="3498" y="9091"/>
                          </a:lnTo>
                          <a:lnTo>
                            <a:pt x="3721" y="9314"/>
                          </a:lnTo>
                          <a:lnTo>
                            <a:pt x="3721" y="10108"/>
                          </a:lnTo>
                          <a:cubicBezTo>
                            <a:pt x="3676" y="10153"/>
                            <a:pt x="3632" y="10198"/>
                            <a:pt x="3587" y="10242"/>
                          </a:cubicBezTo>
                          <a:lnTo>
                            <a:pt x="3587" y="9377"/>
                          </a:lnTo>
                          <a:cubicBezTo>
                            <a:pt x="3605" y="9377"/>
                            <a:pt x="3614" y="9368"/>
                            <a:pt x="3623" y="9350"/>
                          </a:cubicBezTo>
                          <a:cubicBezTo>
                            <a:pt x="3641" y="9323"/>
                            <a:pt x="3632" y="9297"/>
                            <a:pt x="3605" y="9279"/>
                          </a:cubicBezTo>
                          <a:cubicBezTo>
                            <a:pt x="3598" y="9276"/>
                            <a:pt x="3591" y="9275"/>
                            <a:pt x="3584" y="9275"/>
                          </a:cubicBezTo>
                          <a:cubicBezTo>
                            <a:pt x="3562" y="9275"/>
                            <a:pt x="3540" y="9285"/>
                            <a:pt x="3534" y="9305"/>
                          </a:cubicBezTo>
                          <a:cubicBezTo>
                            <a:pt x="3516" y="9332"/>
                            <a:pt x="3525" y="9359"/>
                            <a:pt x="3551" y="9377"/>
                          </a:cubicBezTo>
                          <a:lnTo>
                            <a:pt x="3569" y="9377"/>
                          </a:lnTo>
                          <a:lnTo>
                            <a:pt x="3569" y="10260"/>
                          </a:lnTo>
                          <a:cubicBezTo>
                            <a:pt x="3525" y="10305"/>
                            <a:pt x="3480" y="10349"/>
                            <a:pt x="3435" y="10385"/>
                          </a:cubicBezTo>
                          <a:lnTo>
                            <a:pt x="3435" y="9484"/>
                          </a:lnTo>
                          <a:cubicBezTo>
                            <a:pt x="3453" y="9484"/>
                            <a:pt x="3471" y="9475"/>
                            <a:pt x="3480" y="9457"/>
                          </a:cubicBezTo>
                          <a:cubicBezTo>
                            <a:pt x="3489" y="9430"/>
                            <a:pt x="3480" y="9404"/>
                            <a:pt x="3453" y="9386"/>
                          </a:cubicBezTo>
                          <a:cubicBezTo>
                            <a:pt x="3447" y="9383"/>
                            <a:pt x="3439" y="9382"/>
                            <a:pt x="3432" y="9382"/>
                          </a:cubicBezTo>
                          <a:cubicBezTo>
                            <a:pt x="3410" y="9382"/>
                            <a:pt x="3389" y="9392"/>
                            <a:pt x="3382" y="9412"/>
                          </a:cubicBezTo>
                          <a:cubicBezTo>
                            <a:pt x="3364" y="9439"/>
                            <a:pt x="3373" y="9466"/>
                            <a:pt x="3400" y="9484"/>
                          </a:cubicBezTo>
                          <a:lnTo>
                            <a:pt x="3418" y="9484"/>
                          </a:lnTo>
                          <a:lnTo>
                            <a:pt x="3418" y="10403"/>
                          </a:lnTo>
                          <a:cubicBezTo>
                            <a:pt x="3364" y="10447"/>
                            <a:pt x="3311" y="10501"/>
                            <a:pt x="3257" y="10545"/>
                          </a:cubicBezTo>
                          <a:lnTo>
                            <a:pt x="3257" y="9680"/>
                          </a:lnTo>
                          <a:cubicBezTo>
                            <a:pt x="3275" y="9680"/>
                            <a:pt x="3293" y="9671"/>
                            <a:pt x="3302" y="9653"/>
                          </a:cubicBezTo>
                          <a:cubicBezTo>
                            <a:pt x="3311" y="9627"/>
                            <a:pt x="3302" y="9591"/>
                            <a:pt x="3275" y="9582"/>
                          </a:cubicBezTo>
                          <a:cubicBezTo>
                            <a:pt x="3267" y="9577"/>
                            <a:pt x="3259" y="9575"/>
                            <a:pt x="3251" y="9575"/>
                          </a:cubicBezTo>
                          <a:cubicBezTo>
                            <a:pt x="3230" y="9575"/>
                            <a:pt x="3210" y="9589"/>
                            <a:pt x="3204" y="9609"/>
                          </a:cubicBezTo>
                          <a:cubicBezTo>
                            <a:pt x="3186" y="9636"/>
                            <a:pt x="3204" y="9662"/>
                            <a:pt x="3221" y="9680"/>
                          </a:cubicBezTo>
                          <a:lnTo>
                            <a:pt x="3239" y="9680"/>
                          </a:lnTo>
                          <a:lnTo>
                            <a:pt x="3239" y="10563"/>
                          </a:lnTo>
                          <a:cubicBezTo>
                            <a:pt x="3195" y="10599"/>
                            <a:pt x="3150" y="10635"/>
                            <a:pt x="3105" y="10670"/>
                          </a:cubicBezTo>
                          <a:lnTo>
                            <a:pt x="3105" y="9350"/>
                          </a:lnTo>
                          <a:lnTo>
                            <a:pt x="3373" y="9073"/>
                          </a:lnTo>
                          <a:lnTo>
                            <a:pt x="3373" y="8806"/>
                          </a:lnTo>
                          <a:close/>
                          <a:moveTo>
                            <a:pt x="3177" y="8770"/>
                          </a:moveTo>
                          <a:cubicBezTo>
                            <a:pt x="3195" y="8788"/>
                            <a:pt x="3221" y="8806"/>
                            <a:pt x="3257" y="8806"/>
                          </a:cubicBezTo>
                          <a:lnTo>
                            <a:pt x="3355" y="8806"/>
                          </a:lnTo>
                          <a:lnTo>
                            <a:pt x="3355" y="9065"/>
                          </a:lnTo>
                          <a:lnTo>
                            <a:pt x="3088" y="9341"/>
                          </a:lnTo>
                          <a:lnTo>
                            <a:pt x="3088" y="10679"/>
                          </a:lnTo>
                          <a:cubicBezTo>
                            <a:pt x="3061" y="10706"/>
                            <a:pt x="3034" y="10724"/>
                            <a:pt x="3007" y="10751"/>
                          </a:cubicBezTo>
                          <a:lnTo>
                            <a:pt x="3007" y="9332"/>
                          </a:lnTo>
                          <a:lnTo>
                            <a:pt x="3257" y="9073"/>
                          </a:lnTo>
                          <a:lnTo>
                            <a:pt x="3257" y="8806"/>
                          </a:lnTo>
                          <a:lnTo>
                            <a:pt x="3239" y="8806"/>
                          </a:lnTo>
                          <a:lnTo>
                            <a:pt x="3239" y="9065"/>
                          </a:lnTo>
                          <a:lnTo>
                            <a:pt x="2981" y="9323"/>
                          </a:lnTo>
                          <a:lnTo>
                            <a:pt x="2981" y="10760"/>
                          </a:lnTo>
                          <a:cubicBezTo>
                            <a:pt x="2900" y="10822"/>
                            <a:pt x="2820" y="10876"/>
                            <a:pt x="2740" y="10929"/>
                          </a:cubicBezTo>
                          <a:lnTo>
                            <a:pt x="2740" y="8859"/>
                          </a:lnTo>
                          <a:lnTo>
                            <a:pt x="2820" y="8779"/>
                          </a:lnTo>
                          <a:lnTo>
                            <a:pt x="3177" y="8779"/>
                          </a:lnTo>
                          <a:lnTo>
                            <a:pt x="3177" y="8770"/>
                          </a:lnTo>
                          <a:close/>
                          <a:moveTo>
                            <a:pt x="3159" y="8627"/>
                          </a:moveTo>
                          <a:lnTo>
                            <a:pt x="3159" y="8708"/>
                          </a:lnTo>
                          <a:cubicBezTo>
                            <a:pt x="3159" y="8726"/>
                            <a:pt x="3168" y="8743"/>
                            <a:pt x="3177" y="8761"/>
                          </a:cubicBezTo>
                          <a:lnTo>
                            <a:pt x="2811" y="8761"/>
                          </a:lnTo>
                          <a:lnTo>
                            <a:pt x="2722" y="8850"/>
                          </a:lnTo>
                          <a:lnTo>
                            <a:pt x="2722" y="10938"/>
                          </a:lnTo>
                          <a:cubicBezTo>
                            <a:pt x="2686" y="10956"/>
                            <a:pt x="2650" y="10974"/>
                            <a:pt x="2615" y="10991"/>
                          </a:cubicBezTo>
                          <a:lnTo>
                            <a:pt x="2615" y="8752"/>
                          </a:lnTo>
                          <a:lnTo>
                            <a:pt x="2740" y="8627"/>
                          </a:lnTo>
                          <a:close/>
                          <a:moveTo>
                            <a:pt x="313" y="8547"/>
                          </a:moveTo>
                          <a:lnTo>
                            <a:pt x="563" y="8770"/>
                          </a:lnTo>
                          <a:lnTo>
                            <a:pt x="563" y="9011"/>
                          </a:lnTo>
                          <a:lnTo>
                            <a:pt x="572" y="9011"/>
                          </a:lnTo>
                          <a:cubicBezTo>
                            <a:pt x="509" y="9029"/>
                            <a:pt x="474" y="9091"/>
                            <a:pt x="474" y="9154"/>
                          </a:cubicBezTo>
                          <a:lnTo>
                            <a:pt x="474" y="9636"/>
                          </a:lnTo>
                          <a:cubicBezTo>
                            <a:pt x="474" y="9725"/>
                            <a:pt x="545" y="9796"/>
                            <a:pt x="625" y="9796"/>
                          </a:cubicBezTo>
                          <a:lnTo>
                            <a:pt x="768" y="9796"/>
                          </a:lnTo>
                          <a:lnTo>
                            <a:pt x="768" y="11099"/>
                          </a:lnTo>
                          <a:cubicBezTo>
                            <a:pt x="652" y="11063"/>
                            <a:pt x="545" y="11036"/>
                            <a:pt x="456" y="11000"/>
                          </a:cubicBezTo>
                          <a:lnTo>
                            <a:pt x="456" y="10269"/>
                          </a:lnTo>
                          <a:lnTo>
                            <a:pt x="625" y="10073"/>
                          </a:lnTo>
                          <a:lnTo>
                            <a:pt x="625" y="9796"/>
                          </a:lnTo>
                          <a:lnTo>
                            <a:pt x="608" y="9796"/>
                          </a:lnTo>
                          <a:lnTo>
                            <a:pt x="608" y="10073"/>
                          </a:lnTo>
                          <a:lnTo>
                            <a:pt x="438" y="10260"/>
                          </a:lnTo>
                          <a:lnTo>
                            <a:pt x="438" y="10991"/>
                          </a:lnTo>
                          <a:cubicBezTo>
                            <a:pt x="331" y="10947"/>
                            <a:pt x="242" y="10893"/>
                            <a:pt x="179" y="10840"/>
                          </a:cubicBezTo>
                          <a:cubicBezTo>
                            <a:pt x="126" y="10786"/>
                            <a:pt x="54" y="10572"/>
                            <a:pt x="37" y="10492"/>
                          </a:cubicBezTo>
                          <a:lnTo>
                            <a:pt x="37" y="8547"/>
                          </a:lnTo>
                          <a:close/>
                          <a:moveTo>
                            <a:pt x="938" y="9796"/>
                          </a:moveTo>
                          <a:lnTo>
                            <a:pt x="938" y="10135"/>
                          </a:lnTo>
                          <a:lnTo>
                            <a:pt x="947" y="10144"/>
                          </a:lnTo>
                          <a:lnTo>
                            <a:pt x="1571" y="10768"/>
                          </a:lnTo>
                          <a:lnTo>
                            <a:pt x="1571" y="11197"/>
                          </a:lnTo>
                          <a:cubicBezTo>
                            <a:pt x="1437" y="11188"/>
                            <a:pt x="1303" y="11179"/>
                            <a:pt x="1170" y="11161"/>
                          </a:cubicBezTo>
                          <a:cubicBezTo>
                            <a:pt x="1036" y="11152"/>
                            <a:pt x="902" y="11125"/>
                            <a:pt x="786" y="11099"/>
                          </a:cubicBezTo>
                          <a:lnTo>
                            <a:pt x="786" y="9796"/>
                          </a:lnTo>
                          <a:close/>
                          <a:moveTo>
                            <a:pt x="1089" y="9796"/>
                          </a:moveTo>
                          <a:lnTo>
                            <a:pt x="1089" y="10090"/>
                          </a:lnTo>
                          <a:lnTo>
                            <a:pt x="1089" y="10099"/>
                          </a:lnTo>
                          <a:lnTo>
                            <a:pt x="1732" y="10742"/>
                          </a:lnTo>
                          <a:lnTo>
                            <a:pt x="1732" y="11197"/>
                          </a:lnTo>
                          <a:lnTo>
                            <a:pt x="1589" y="11197"/>
                          </a:lnTo>
                          <a:lnTo>
                            <a:pt x="1589" y="10760"/>
                          </a:lnTo>
                          <a:lnTo>
                            <a:pt x="955" y="10135"/>
                          </a:lnTo>
                          <a:lnTo>
                            <a:pt x="955" y="9796"/>
                          </a:lnTo>
                          <a:close/>
                          <a:moveTo>
                            <a:pt x="3168" y="8395"/>
                          </a:moveTo>
                          <a:cubicBezTo>
                            <a:pt x="3168" y="8404"/>
                            <a:pt x="3159" y="8404"/>
                            <a:pt x="3159" y="8413"/>
                          </a:cubicBezTo>
                          <a:lnTo>
                            <a:pt x="3159" y="8485"/>
                          </a:lnTo>
                          <a:lnTo>
                            <a:pt x="2624" y="8485"/>
                          </a:lnTo>
                          <a:lnTo>
                            <a:pt x="2454" y="8645"/>
                          </a:lnTo>
                          <a:lnTo>
                            <a:pt x="2454" y="9181"/>
                          </a:lnTo>
                          <a:lnTo>
                            <a:pt x="2008" y="9636"/>
                          </a:lnTo>
                          <a:lnTo>
                            <a:pt x="1268" y="9636"/>
                          </a:lnTo>
                          <a:lnTo>
                            <a:pt x="1268" y="9653"/>
                          </a:lnTo>
                          <a:lnTo>
                            <a:pt x="2017" y="9653"/>
                          </a:lnTo>
                          <a:lnTo>
                            <a:pt x="2472" y="9189"/>
                          </a:lnTo>
                          <a:lnTo>
                            <a:pt x="2472" y="8645"/>
                          </a:lnTo>
                          <a:lnTo>
                            <a:pt x="2633" y="8503"/>
                          </a:lnTo>
                          <a:lnTo>
                            <a:pt x="3159" y="8503"/>
                          </a:lnTo>
                          <a:lnTo>
                            <a:pt x="3159" y="8610"/>
                          </a:lnTo>
                          <a:lnTo>
                            <a:pt x="2731" y="8610"/>
                          </a:lnTo>
                          <a:lnTo>
                            <a:pt x="2597" y="8743"/>
                          </a:lnTo>
                          <a:lnTo>
                            <a:pt x="2597" y="11000"/>
                          </a:lnTo>
                          <a:cubicBezTo>
                            <a:pt x="2561" y="11018"/>
                            <a:pt x="2526" y="11036"/>
                            <a:pt x="2490" y="11054"/>
                          </a:cubicBezTo>
                          <a:lnTo>
                            <a:pt x="2490" y="10349"/>
                          </a:lnTo>
                          <a:lnTo>
                            <a:pt x="2071" y="9957"/>
                          </a:lnTo>
                          <a:cubicBezTo>
                            <a:pt x="2071" y="9957"/>
                            <a:pt x="2071" y="9948"/>
                            <a:pt x="2071" y="9948"/>
                          </a:cubicBezTo>
                          <a:cubicBezTo>
                            <a:pt x="2079" y="9921"/>
                            <a:pt x="2071" y="9894"/>
                            <a:pt x="2044" y="9876"/>
                          </a:cubicBezTo>
                          <a:cubicBezTo>
                            <a:pt x="2037" y="9874"/>
                            <a:pt x="2030" y="9873"/>
                            <a:pt x="2024" y="9873"/>
                          </a:cubicBezTo>
                          <a:cubicBezTo>
                            <a:pt x="2004" y="9873"/>
                            <a:pt x="1986" y="9883"/>
                            <a:pt x="1972" y="9903"/>
                          </a:cubicBezTo>
                          <a:cubicBezTo>
                            <a:pt x="1964" y="9930"/>
                            <a:pt x="1972" y="9957"/>
                            <a:pt x="1999" y="9974"/>
                          </a:cubicBezTo>
                          <a:cubicBezTo>
                            <a:pt x="2007" y="9978"/>
                            <a:pt x="2014" y="9980"/>
                            <a:pt x="2021" y="9980"/>
                          </a:cubicBezTo>
                          <a:cubicBezTo>
                            <a:pt x="2032" y="9980"/>
                            <a:pt x="2042" y="9976"/>
                            <a:pt x="2053" y="9966"/>
                          </a:cubicBezTo>
                          <a:lnTo>
                            <a:pt x="2472" y="10358"/>
                          </a:lnTo>
                          <a:lnTo>
                            <a:pt x="2472" y="11063"/>
                          </a:lnTo>
                          <a:cubicBezTo>
                            <a:pt x="2427" y="11090"/>
                            <a:pt x="2383" y="11107"/>
                            <a:pt x="2329" y="11116"/>
                          </a:cubicBezTo>
                          <a:lnTo>
                            <a:pt x="2329" y="10483"/>
                          </a:lnTo>
                          <a:lnTo>
                            <a:pt x="1928" y="10117"/>
                          </a:lnTo>
                          <a:cubicBezTo>
                            <a:pt x="1937" y="10090"/>
                            <a:pt x="1928" y="10055"/>
                            <a:pt x="1901" y="10046"/>
                          </a:cubicBezTo>
                          <a:cubicBezTo>
                            <a:pt x="1892" y="10040"/>
                            <a:pt x="1882" y="10037"/>
                            <a:pt x="1873" y="10037"/>
                          </a:cubicBezTo>
                          <a:cubicBezTo>
                            <a:pt x="1856" y="10037"/>
                            <a:pt x="1841" y="10046"/>
                            <a:pt x="1830" y="10064"/>
                          </a:cubicBezTo>
                          <a:cubicBezTo>
                            <a:pt x="1821" y="10090"/>
                            <a:pt x="1830" y="10126"/>
                            <a:pt x="1856" y="10135"/>
                          </a:cubicBezTo>
                          <a:cubicBezTo>
                            <a:pt x="1865" y="10140"/>
                            <a:pt x="1877" y="10142"/>
                            <a:pt x="1887" y="10142"/>
                          </a:cubicBezTo>
                          <a:cubicBezTo>
                            <a:pt x="1897" y="10142"/>
                            <a:pt x="1906" y="10140"/>
                            <a:pt x="1910" y="10135"/>
                          </a:cubicBezTo>
                          <a:lnTo>
                            <a:pt x="2311" y="10492"/>
                          </a:lnTo>
                          <a:lnTo>
                            <a:pt x="2311" y="11125"/>
                          </a:lnTo>
                          <a:cubicBezTo>
                            <a:pt x="2294" y="11134"/>
                            <a:pt x="2267" y="11134"/>
                            <a:pt x="2249" y="11143"/>
                          </a:cubicBezTo>
                          <a:cubicBezTo>
                            <a:pt x="2231" y="11143"/>
                            <a:pt x="2204" y="11152"/>
                            <a:pt x="2187" y="11152"/>
                          </a:cubicBezTo>
                          <a:lnTo>
                            <a:pt x="2187" y="10661"/>
                          </a:lnTo>
                          <a:lnTo>
                            <a:pt x="1758" y="10251"/>
                          </a:lnTo>
                          <a:cubicBezTo>
                            <a:pt x="1758" y="10251"/>
                            <a:pt x="1758" y="10242"/>
                            <a:pt x="1767" y="10242"/>
                          </a:cubicBezTo>
                          <a:cubicBezTo>
                            <a:pt x="1776" y="10215"/>
                            <a:pt x="1767" y="10189"/>
                            <a:pt x="1740" y="10171"/>
                          </a:cubicBezTo>
                          <a:cubicBezTo>
                            <a:pt x="1734" y="10169"/>
                            <a:pt x="1727" y="10167"/>
                            <a:pt x="1719" y="10167"/>
                          </a:cubicBezTo>
                          <a:cubicBezTo>
                            <a:pt x="1698" y="10167"/>
                            <a:pt x="1676" y="10177"/>
                            <a:pt x="1669" y="10198"/>
                          </a:cubicBezTo>
                          <a:cubicBezTo>
                            <a:pt x="1651" y="10224"/>
                            <a:pt x="1660" y="10251"/>
                            <a:pt x="1687" y="10269"/>
                          </a:cubicBezTo>
                          <a:cubicBezTo>
                            <a:pt x="1698" y="10273"/>
                            <a:pt x="1708" y="10275"/>
                            <a:pt x="1716" y="10275"/>
                          </a:cubicBezTo>
                          <a:cubicBezTo>
                            <a:pt x="1729" y="10275"/>
                            <a:pt x="1739" y="10270"/>
                            <a:pt x="1749" y="10260"/>
                          </a:cubicBezTo>
                          <a:lnTo>
                            <a:pt x="2169" y="10670"/>
                          </a:lnTo>
                          <a:lnTo>
                            <a:pt x="2169" y="11161"/>
                          </a:lnTo>
                          <a:cubicBezTo>
                            <a:pt x="2044" y="11179"/>
                            <a:pt x="1901" y="11197"/>
                            <a:pt x="1749" y="11197"/>
                          </a:cubicBezTo>
                          <a:lnTo>
                            <a:pt x="1749" y="10733"/>
                          </a:lnTo>
                          <a:lnTo>
                            <a:pt x="1740" y="10733"/>
                          </a:lnTo>
                          <a:lnTo>
                            <a:pt x="1107" y="10090"/>
                          </a:lnTo>
                          <a:lnTo>
                            <a:pt x="1107" y="9796"/>
                          </a:lnTo>
                          <a:lnTo>
                            <a:pt x="1116" y="9796"/>
                          </a:lnTo>
                          <a:cubicBezTo>
                            <a:pt x="1196" y="9796"/>
                            <a:pt x="1268" y="9725"/>
                            <a:pt x="1268" y="9636"/>
                          </a:cubicBezTo>
                          <a:lnTo>
                            <a:pt x="1268" y="9511"/>
                          </a:lnTo>
                          <a:lnTo>
                            <a:pt x="1919" y="9511"/>
                          </a:lnTo>
                          <a:lnTo>
                            <a:pt x="2294" y="9154"/>
                          </a:lnTo>
                          <a:lnTo>
                            <a:pt x="2294" y="8627"/>
                          </a:lnTo>
                          <a:lnTo>
                            <a:pt x="2526" y="8395"/>
                          </a:lnTo>
                          <a:close/>
                          <a:moveTo>
                            <a:pt x="768" y="0"/>
                          </a:moveTo>
                          <a:cubicBezTo>
                            <a:pt x="637" y="0"/>
                            <a:pt x="397" y="85"/>
                            <a:pt x="295" y="161"/>
                          </a:cubicBezTo>
                          <a:cubicBezTo>
                            <a:pt x="188" y="242"/>
                            <a:pt x="10" y="581"/>
                            <a:pt x="1" y="590"/>
                          </a:cubicBezTo>
                          <a:lnTo>
                            <a:pt x="1" y="599"/>
                          </a:lnTo>
                          <a:lnTo>
                            <a:pt x="1" y="10492"/>
                          </a:lnTo>
                          <a:cubicBezTo>
                            <a:pt x="1" y="10510"/>
                            <a:pt x="81" y="10795"/>
                            <a:pt x="161" y="10867"/>
                          </a:cubicBezTo>
                          <a:cubicBezTo>
                            <a:pt x="447" y="11116"/>
                            <a:pt x="1125" y="11232"/>
                            <a:pt x="1678" y="11232"/>
                          </a:cubicBezTo>
                          <a:cubicBezTo>
                            <a:pt x="1901" y="11232"/>
                            <a:pt x="2106" y="11215"/>
                            <a:pt x="2258" y="11179"/>
                          </a:cubicBezTo>
                          <a:cubicBezTo>
                            <a:pt x="3025" y="10991"/>
                            <a:pt x="4256" y="9743"/>
                            <a:pt x="4542" y="9002"/>
                          </a:cubicBezTo>
                          <a:cubicBezTo>
                            <a:pt x="4631" y="8779"/>
                            <a:pt x="4586" y="8395"/>
                            <a:pt x="4551" y="8030"/>
                          </a:cubicBezTo>
                          <a:cubicBezTo>
                            <a:pt x="4515" y="7744"/>
                            <a:pt x="4488" y="7477"/>
                            <a:pt x="4515" y="7298"/>
                          </a:cubicBezTo>
                          <a:cubicBezTo>
                            <a:pt x="4551" y="7129"/>
                            <a:pt x="4640" y="6879"/>
                            <a:pt x="4738" y="6638"/>
                          </a:cubicBezTo>
                          <a:cubicBezTo>
                            <a:pt x="4818" y="6406"/>
                            <a:pt x="4907" y="6174"/>
                            <a:pt x="4943" y="6005"/>
                          </a:cubicBezTo>
                          <a:cubicBezTo>
                            <a:pt x="5006" y="5701"/>
                            <a:pt x="5006" y="5059"/>
                            <a:pt x="4961" y="4729"/>
                          </a:cubicBezTo>
                          <a:cubicBezTo>
                            <a:pt x="4881" y="4247"/>
                            <a:pt x="4479" y="3328"/>
                            <a:pt x="4185" y="2945"/>
                          </a:cubicBezTo>
                          <a:cubicBezTo>
                            <a:pt x="3971" y="2677"/>
                            <a:pt x="3132" y="2133"/>
                            <a:pt x="3096" y="2106"/>
                          </a:cubicBezTo>
                          <a:cubicBezTo>
                            <a:pt x="3096" y="2106"/>
                            <a:pt x="2936" y="1981"/>
                            <a:pt x="2900" y="1928"/>
                          </a:cubicBezTo>
                          <a:cubicBezTo>
                            <a:pt x="2820" y="1812"/>
                            <a:pt x="2749" y="1589"/>
                            <a:pt x="2686" y="1375"/>
                          </a:cubicBezTo>
                          <a:cubicBezTo>
                            <a:pt x="2615" y="1125"/>
                            <a:pt x="2543" y="875"/>
                            <a:pt x="2436" y="741"/>
                          </a:cubicBezTo>
                          <a:cubicBezTo>
                            <a:pt x="2151" y="393"/>
                            <a:pt x="1241" y="54"/>
                            <a:pt x="786" y="1"/>
                          </a:cubicBezTo>
                          <a:cubicBezTo>
                            <a:pt x="780" y="0"/>
                            <a:pt x="774" y="0"/>
                            <a:pt x="76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4" name="Google Shape;334;p28"/>
                    <p:cNvSpPr/>
                    <p:nvPr/>
                  </p:nvSpPr>
                  <p:spPr>
                    <a:xfrm>
                      <a:off x="2843326" y="1772417"/>
                      <a:ext cx="133216" cy="111858"/>
                    </a:xfrm>
                    <a:custGeom>
                      <a:avLst/>
                      <a:gdLst/>
                      <a:ahLst/>
                      <a:cxnLst/>
                      <a:rect l="l" t="t" r="r" b="b"/>
                      <a:pathLst>
                        <a:path w="2445" h="2053" extrusionOk="0">
                          <a:moveTo>
                            <a:pt x="1508" y="0"/>
                          </a:moveTo>
                          <a:lnTo>
                            <a:pt x="0" y="1490"/>
                          </a:lnTo>
                          <a:lnTo>
                            <a:pt x="0" y="2052"/>
                          </a:lnTo>
                          <a:lnTo>
                            <a:pt x="18" y="2052"/>
                          </a:lnTo>
                          <a:lnTo>
                            <a:pt x="18" y="1499"/>
                          </a:lnTo>
                          <a:lnTo>
                            <a:pt x="1517" y="18"/>
                          </a:lnTo>
                          <a:lnTo>
                            <a:pt x="2445" y="18"/>
                          </a:lnTo>
                          <a:lnTo>
                            <a:pt x="2445" y="0"/>
                          </a:ln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5" name="Google Shape;335;p28"/>
                    <p:cNvSpPr/>
                    <p:nvPr/>
                  </p:nvSpPr>
                  <p:spPr>
                    <a:xfrm>
                      <a:off x="2950284" y="1823743"/>
                      <a:ext cx="45713" cy="93769"/>
                    </a:xfrm>
                    <a:custGeom>
                      <a:avLst/>
                      <a:gdLst/>
                      <a:ahLst/>
                      <a:cxnLst/>
                      <a:rect l="l" t="t" r="r" b="b"/>
                      <a:pathLst>
                        <a:path w="839" h="1721" extrusionOk="0">
                          <a:moveTo>
                            <a:pt x="778" y="1"/>
                          </a:moveTo>
                          <a:cubicBezTo>
                            <a:pt x="772" y="1"/>
                            <a:pt x="765" y="2"/>
                            <a:pt x="758" y="4"/>
                          </a:cubicBezTo>
                          <a:cubicBezTo>
                            <a:pt x="732" y="22"/>
                            <a:pt x="714" y="49"/>
                            <a:pt x="732" y="75"/>
                          </a:cubicBezTo>
                          <a:cubicBezTo>
                            <a:pt x="741" y="93"/>
                            <a:pt x="758" y="102"/>
                            <a:pt x="767" y="102"/>
                          </a:cubicBezTo>
                          <a:lnTo>
                            <a:pt x="767" y="209"/>
                          </a:lnTo>
                          <a:lnTo>
                            <a:pt x="54" y="923"/>
                          </a:lnTo>
                          <a:lnTo>
                            <a:pt x="54" y="1610"/>
                          </a:lnTo>
                          <a:cubicBezTo>
                            <a:pt x="45" y="1610"/>
                            <a:pt x="45" y="1619"/>
                            <a:pt x="36" y="1619"/>
                          </a:cubicBezTo>
                          <a:cubicBezTo>
                            <a:pt x="9" y="1628"/>
                            <a:pt x="0" y="1663"/>
                            <a:pt x="9" y="1690"/>
                          </a:cubicBezTo>
                          <a:cubicBezTo>
                            <a:pt x="22" y="1710"/>
                            <a:pt x="41" y="1720"/>
                            <a:pt x="60" y="1720"/>
                          </a:cubicBezTo>
                          <a:cubicBezTo>
                            <a:pt x="67" y="1720"/>
                            <a:pt x="74" y="1719"/>
                            <a:pt x="80" y="1717"/>
                          </a:cubicBezTo>
                          <a:cubicBezTo>
                            <a:pt x="107" y="1699"/>
                            <a:pt x="125" y="1663"/>
                            <a:pt x="107" y="1637"/>
                          </a:cubicBezTo>
                          <a:cubicBezTo>
                            <a:pt x="98" y="1628"/>
                            <a:pt x="80" y="1619"/>
                            <a:pt x="71" y="1610"/>
                          </a:cubicBezTo>
                          <a:lnTo>
                            <a:pt x="71" y="932"/>
                          </a:lnTo>
                          <a:lnTo>
                            <a:pt x="785" y="218"/>
                          </a:lnTo>
                          <a:lnTo>
                            <a:pt x="785" y="102"/>
                          </a:lnTo>
                          <a:lnTo>
                            <a:pt x="803" y="102"/>
                          </a:lnTo>
                          <a:cubicBezTo>
                            <a:pt x="830" y="84"/>
                            <a:pt x="839" y="58"/>
                            <a:pt x="830" y="31"/>
                          </a:cubicBezTo>
                          <a:cubicBezTo>
                            <a:pt x="816" y="11"/>
                            <a:pt x="798" y="1"/>
                            <a:pt x="77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6" name="Google Shape;336;p28"/>
                    <p:cNvSpPr/>
                    <p:nvPr/>
                  </p:nvSpPr>
                  <p:spPr>
                    <a:xfrm>
                      <a:off x="2942982" y="1585746"/>
                      <a:ext cx="46203" cy="104066"/>
                    </a:xfrm>
                    <a:custGeom>
                      <a:avLst/>
                      <a:gdLst/>
                      <a:ahLst/>
                      <a:cxnLst/>
                      <a:rect l="l" t="t" r="r" b="b"/>
                      <a:pathLst>
                        <a:path w="848" h="1910" extrusionOk="0">
                          <a:moveTo>
                            <a:pt x="794" y="1"/>
                          </a:moveTo>
                          <a:cubicBezTo>
                            <a:pt x="768" y="1"/>
                            <a:pt x="741" y="27"/>
                            <a:pt x="741" y="54"/>
                          </a:cubicBezTo>
                          <a:cubicBezTo>
                            <a:pt x="741" y="63"/>
                            <a:pt x="741" y="81"/>
                            <a:pt x="750" y="90"/>
                          </a:cubicBezTo>
                          <a:lnTo>
                            <a:pt x="9" y="839"/>
                          </a:lnTo>
                          <a:lnTo>
                            <a:pt x="0" y="848"/>
                          </a:lnTo>
                          <a:lnTo>
                            <a:pt x="0" y="1535"/>
                          </a:lnTo>
                          <a:lnTo>
                            <a:pt x="295" y="1821"/>
                          </a:lnTo>
                          <a:cubicBezTo>
                            <a:pt x="295" y="1830"/>
                            <a:pt x="286" y="1838"/>
                            <a:pt x="286" y="1856"/>
                          </a:cubicBezTo>
                          <a:cubicBezTo>
                            <a:pt x="286" y="1883"/>
                            <a:pt x="313" y="1910"/>
                            <a:pt x="339" y="1910"/>
                          </a:cubicBezTo>
                          <a:cubicBezTo>
                            <a:pt x="375" y="1910"/>
                            <a:pt x="393" y="1883"/>
                            <a:pt x="393" y="1856"/>
                          </a:cubicBezTo>
                          <a:cubicBezTo>
                            <a:pt x="393" y="1821"/>
                            <a:pt x="375" y="1803"/>
                            <a:pt x="339" y="1803"/>
                          </a:cubicBezTo>
                          <a:cubicBezTo>
                            <a:pt x="330" y="1803"/>
                            <a:pt x="321" y="1803"/>
                            <a:pt x="313" y="1812"/>
                          </a:cubicBezTo>
                          <a:lnTo>
                            <a:pt x="18" y="1526"/>
                          </a:lnTo>
                          <a:lnTo>
                            <a:pt x="18" y="857"/>
                          </a:lnTo>
                          <a:lnTo>
                            <a:pt x="768" y="99"/>
                          </a:lnTo>
                          <a:cubicBezTo>
                            <a:pt x="776" y="108"/>
                            <a:pt x="785" y="108"/>
                            <a:pt x="794" y="108"/>
                          </a:cubicBezTo>
                          <a:cubicBezTo>
                            <a:pt x="821" y="108"/>
                            <a:pt x="848" y="81"/>
                            <a:pt x="848" y="54"/>
                          </a:cubicBezTo>
                          <a:cubicBezTo>
                            <a:pt x="848" y="27"/>
                            <a:pt x="821" y="1"/>
                            <a:pt x="79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7" name="Google Shape;337;p28"/>
                    <p:cNvSpPr/>
                    <p:nvPr/>
                  </p:nvSpPr>
                  <p:spPr>
                    <a:xfrm>
                      <a:off x="2854986" y="1778247"/>
                      <a:ext cx="80747" cy="97910"/>
                    </a:xfrm>
                    <a:custGeom>
                      <a:avLst/>
                      <a:gdLst/>
                      <a:ahLst/>
                      <a:cxnLst/>
                      <a:rect l="l" t="t" r="r" b="b"/>
                      <a:pathLst>
                        <a:path w="1482" h="1797" extrusionOk="0">
                          <a:moveTo>
                            <a:pt x="1428" y="0"/>
                          </a:moveTo>
                          <a:cubicBezTo>
                            <a:pt x="1401" y="0"/>
                            <a:pt x="1374" y="27"/>
                            <a:pt x="1374" y="54"/>
                          </a:cubicBezTo>
                          <a:cubicBezTo>
                            <a:pt x="1374" y="63"/>
                            <a:pt x="1374" y="72"/>
                            <a:pt x="1383" y="81"/>
                          </a:cubicBezTo>
                          <a:lnTo>
                            <a:pt x="54" y="1401"/>
                          </a:lnTo>
                          <a:lnTo>
                            <a:pt x="54" y="1686"/>
                          </a:lnTo>
                          <a:cubicBezTo>
                            <a:pt x="45" y="1686"/>
                            <a:pt x="45" y="1695"/>
                            <a:pt x="36" y="1695"/>
                          </a:cubicBezTo>
                          <a:cubicBezTo>
                            <a:pt x="10" y="1704"/>
                            <a:pt x="1" y="1740"/>
                            <a:pt x="18" y="1767"/>
                          </a:cubicBezTo>
                          <a:cubicBezTo>
                            <a:pt x="25" y="1787"/>
                            <a:pt x="47" y="1797"/>
                            <a:pt x="69" y="1797"/>
                          </a:cubicBezTo>
                          <a:cubicBezTo>
                            <a:pt x="76" y="1797"/>
                            <a:pt x="83" y="1796"/>
                            <a:pt x="90" y="1794"/>
                          </a:cubicBezTo>
                          <a:cubicBezTo>
                            <a:pt x="117" y="1776"/>
                            <a:pt x="125" y="1740"/>
                            <a:pt x="108" y="1713"/>
                          </a:cubicBezTo>
                          <a:cubicBezTo>
                            <a:pt x="99" y="1704"/>
                            <a:pt x="90" y="1695"/>
                            <a:pt x="72" y="1686"/>
                          </a:cubicBezTo>
                          <a:lnTo>
                            <a:pt x="72" y="1410"/>
                          </a:lnTo>
                          <a:lnTo>
                            <a:pt x="1392" y="90"/>
                          </a:lnTo>
                          <a:cubicBezTo>
                            <a:pt x="1401" y="99"/>
                            <a:pt x="1419" y="107"/>
                            <a:pt x="1428" y="107"/>
                          </a:cubicBezTo>
                          <a:cubicBezTo>
                            <a:pt x="1455" y="107"/>
                            <a:pt x="1481" y="81"/>
                            <a:pt x="1481" y="54"/>
                          </a:cubicBezTo>
                          <a:cubicBezTo>
                            <a:pt x="1481" y="27"/>
                            <a:pt x="1455" y="0"/>
                            <a:pt x="142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8" name="Google Shape;338;p28"/>
                    <p:cNvSpPr/>
                    <p:nvPr/>
                  </p:nvSpPr>
                  <p:spPr>
                    <a:xfrm>
                      <a:off x="2938623" y="1824724"/>
                      <a:ext cx="32582" cy="76933"/>
                    </a:xfrm>
                    <a:custGeom>
                      <a:avLst/>
                      <a:gdLst/>
                      <a:ahLst/>
                      <a:cxnLst/>
                      <a:rect l="l" t="t" r="r" b="b"/>
                      <a:pathLst>
                        <a:path w="598" h="1412" extrusionOk="0">
                          <a:moveTo>
                            <a:pt x="537" y="0"/>
                          </a:moveTo>
                          <a:cubicBezTo>
                            <a:pt x="531" y="0"/>
                            <a:pt x="524" y="2"/>
                            <a:pt x="517" y="4"/>
                          </a:cubicBezTo>
                          <a:cubicBezTo>
                            <a:pt x="491" y="22"/>
                            <a:pt x="482" y="57"/>
                            <a:pt x="491" y="75"/>
                          </a:cubicBezTo>
                          <a:cubicBezTo>
                            <a:pt x="491" y="84"/>
                            <a:pt x="491" y="84"/>
                            <a:pt x="491" y="84"/>
                          </a:cubicBezTo>
                          <a:lnTo>
                            <a:pt x="54" y="530"/>
                          </a:lnTo>
                          <a:lnTo>
                            <a:pt x="45" y="530"/>
                          </a:lnTo>
                          <a:lnTo>
                            <a:pt x="45" y="1306"/>
                          </a:lnTo>
                          <a:lnTo>
                            <a:pt x="36" y="1306"/>
                          </a:lnTo>
                          <a:cubicBezTo>
                            <a:pt x="9" y="1324"/>
                            <a:pt x="0" y="1360"/>
                            <a:pt x="9" y="1378"/>
                          </a:cubicBezTo>
                          <a:cubicBezTo>
                            <a:pt x="22" y="1397"/>
                            <a:pt x="39" y="1412"/>
                            <a:pt x="58" y="1412"/>
                          </a:cubicBezTo>
                          <a:cubicBezTo>
                            <a:pt x="65" y="1412"/>
                            <a:pt x="73" y="1409"/>
                            <a:pt x="80" y="1404"/>
                          </a:cubicBezTo>
                          <a:cubicBezTo>
                            <a:pt x="107" y="1396"/>
                            <a:pt x="116" y="1360"/>
                            <a:pt x="107" y="1333"/>
                          </a:cubicBezTo>
                          <a:cubicBezTo>
                            <a:pt x="98" y="1315"/>
                            <a:pt x="80" y="1306"/>
                            <a:pt x="71" y="1306"/>
                          </a:cubicBezTo>
                          <a:lnTo>
                            <a:pt x="71" y="539"/>
                          </a:lnTo>
                          <a:lnTo>
                            <a:pt x="509" y="102"/>
                          </a:lnTo>
                          <a:cubicBezTo>
                            <a:pt x="517" y="106"/>
                            <a:pt x="526" y="109"/>
                            <a:pt x="535" y="109"/>
                          </a:cubicBezTo>
                          <a:cubicBezTo>
                            <a:pt x="544" y="109"/>
                            <a:pt x="553" y="106"/>
                            <a:pt x="562" y="102"/>
                          </a:cubicBezTo>
                          <a:cubicBezTo>
                            <a:pt x="589" y="93"/>
                            <a:pt x="598" y="57"/>
                            <a:pt x="589" y="31"/>
                          </a:cubicBezTo>
                          <a:cubicBezTo>
                            <a:pt x="575" y="11"/>
                            <a:pt x="557" y="0"/>
                            <a:pt x="537"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39" name="Google Shape;339;p28"/>
                    <p:cNvSpPr/>
                    <p:nvPr/>
                  </p:nvSpPr>
                  <p:spPr>
                    <a:xfrm>
                      <a:off x="2864249" y="1572124"/>
                      <a:ext cx="49145" cy="33127"/>
                    </a:xfrm>
                    <a:custGeom>
                      <a:avLst/>
                      <a:gdLst/>
                      <a:ahLst/>
                      <a:cxnLst/>
                      <a:rect l="l" t="t" r="r" b="b"/>
                      <a:pathLst>
                        <a:path w="902" h="608" extrusionOk="0">
                          <a:moveTo>
                            <a:pt x="848" y="1"/>
                          </a:moveTo>
                          <a:cubicBezTo>
                            <a:pt x="812" y="1"/>
                            <a:pt x="794" y="19"/>
                            <a:pt x="794" y="54"/>
                          </a:cubicBezTo>
                          <a:cubicBezTo>
                            <a:pt x="794" y="63"/>
                            <a:pt x="794" y="72"/>
                            <a:pt x="803" y="81"/>
                          </a:cubicBezTo>
                          <a:lnTo>
                            <a:pt x="339" y="545"/>
                          </a:lnTo>
                          <a:lnTo>
                            <a:pt x="98" y="545"/>
                          </a:lnTo>
                          <a:cubicBezTo>
                            <a:pt x="98" y="527"/>
                            <a:pt x="80" y="500"/>
                            <a:pt x="54" y="500"/>
                          </a:cubicBezTo>
                          <a:cubicBezTo>
                            <a:pt x="18" y="500"/>
                            <a:pt x="0" y="527"/>
                            <a:pt x="0" y="554"/>
                          </a:cubicBezTo>
                          <a:cubicBezTo>
                            <a:pt x="0" y="590"/>
                            <a:pt x="18" y="608"/>
                            <a:pt x="54" y="608"/>
                          </a:cubicBezTo>
                          <a:cubicBezTo>
                            <a:pt x="80" y="608"/>
                            <a:pt x="98" y="590"/>
                            <a:pt x="98" y="563"/>
                          </a:cubicBezTo>
                          <a:lnTo>
                            <a:pt x="348" y="563"/>
                          </a:lnTo>
                          <a:lnTo>
                            <a:pt x="812" y="90"/>
                          </a:lnTo>
                          <a:cubicBezTo>
                            <a:pt x="821" y="99"/>
                            <a:pt x="830" y="108"/>
                            <a:pt x="848" y="108"/>
                          </a:cubicBezTo>
                          <a:cubicBezTo>
                            <a:pt x="874" y="108"/>
                            <a:pt x="901" y="81"/>
                            <a:pt x="901" y="54"/>
                          </a:cubicBezTo>
                          <a:cubicBezTo>
                            <a:pt x="901" y="19"/>
                            <a:pt x="874" y="1"/>
                            <a:pt x="84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0" name="Google Shape;340;p28"/>
                    <p:cNvSpPr/>
                    <p:nvPr/>
                  </p:nvSpPr>
                  <p:spPr>
                    <a:xfrm>
                      <a:off x="2861797" y="1553163"/>
                      <a:ext cx="74427" cy="68597"/>
                    </a:xfrm>
                    <a:custGeom>
                      <a:avLst/>
                      <a:gdLst/>
                      <a:ahLst/>
                      <a:cxnLst/>
                      <a:rect l="l" t="t" r="r" b="b"/>
                      <a:pathLst>
                        <a:path w="1366" h="1259" extrusionOk="0">
                          <a:moveTo>
                            <a:pt x="1276" y="1"/>
                          </a:moveTo>
                          <a:cubicBezTo>
                            <a:pt x="1232" y="1"/>
                            <a:pt x="1187" y="37"/>
                            <a:pt x="1187" y="90"/>
                          </a:cubicBezTo>
                          <a:cubicBezTo>
                            <a:pt x="1187" y="135"/>
                            <a:pt x="1223" y="170"/>
                            <a:pt x="1267" y="170"/>
                          </a:cubicBezTo>
                          <a:lnTo>
                            <a:pt x="1267" y="527"/>
                          </a:lnTo>
                          <a:lnTo>
                            <a:pt x="589" y="1196"/>
                          </a:lnTo>
                          <a:lnTo>
                            <a:pt x="108" y="1196"/>
                          </a:lnTo>
                          <a:cubicBezTo>
                            <a:pt x="108" y="1179"/>
                            <a:pt x="81" y="1152"/>
                            <a:pt x="54" y="1152"/>
                          </a:cubicBezTo>
                          <a:cubicBezTo>
                            <a:pt x="27" y="1152"/>
                            <a:pt x="0" y="1179"/>
                            <a:pt x="0" y="1205"/>
                          </a:cubicBezTo>
                          <a:cubicBezTo>
                            <a:pt x="0" y="1241"/>
                            <a:pt x="27" y="1259"/>
                            <a:pt x="54" y="1259"/>
                          </a:cubicBezTo>
                          <a:cubicBezTo>
                            <a:pt x="81" y="1259"/>
                            <a:pt x="108" y="1241"/>
                            <a:pt x="108" y="1214"/>
                          </a:cubicBezTo>
                          <a:lnTo>
                            <a:pt x="598" y="1214"/>
                          </a:lnTo>
                          <a:lnTo>
                            <a:pt x="1285" y="536"/>
                          </a:lnTo>
                          <a:lnTo>
                            <a:pt x="1285" y="170"/>
                          </a:lnTo>
                          <a:cubicBezTo>
                            <a:pt x="1330" y="170"/>
                            <a:pt x="1365" y="135"/>
                            <a:pt x="1365" y="90"/>
                          </a:cubicBezTo>
                          <a:cubicBezTo>
                            <a:pt x="1365" y="37"/>
                            <a:pt x="1321" y="1"/>
                            <a:pt x="1276"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1" name="Google Shape;341;p28"/>
                    <p:cNvSpPr/>
                    <p:nvPr/>
                  </p:nvSpPr>
                  <p:spPr>
                    <a:xfrm>
                      <a:off x="2858419" y="1643120"/>
                      <a:ext cx="48165" cy="19996"/>
                    </a:xfrm>
                    <a:custGeom>
                      <a:avLst/>
                      <a:gdLst/>
                      <a:ahLst/>
                      <a:cxnLst/>
                      <a:rect l="l" t="t" r="r" b="b"/>
                      <a:pathLst>
                        <a:path w="884" h="367" extrusionOk="0">
                          <a:moveTo>
                            <a:pt x="830" y="0"/>
                          </a:moveTo>
                          <a:cubicBezTo>
                            <a:pt x="803" y="0"/>
                            <a:pt x="785" y="18"/>
                            <a:pt x="776" y="45"/>
                          </a:cubicBezTo>
                          <a:lnTo>
                            <a:pt x="196" y="45"/>
                          </a:lnTo>
                          <a:lnTo>
                            <a:pt x="45" y="179"/>
                          </a:lnTo>
                          <a:lnTo>
                            <a:pt x="45" y="259"/>
                          </a:lnTo>
                          <a:cubicBezTo>
                            <a:pt x="18" y="268"/>
                            <a:pt x="0" y="286"/>
                            <a:pt x="0" y="313"/>
                          </a:cubicBezTo>
                          <a:cubicBezTo>
                            <a:pt x="0" y="339"/>
                            <a:pt x="18" y="366"/>
                            <a:pt x="54" y="366"/>
                          </a:cubicBezTo>
                          <a:cubicBezTo>
                            <a:pt x="80" y="366"/>
                            <a:pt x="107" y="339"/>
                            <a:pt x="107" y="313"/>
                          </a:cubicBezTo>
                          <a:cubicBezTo>
                            <a:pt x="107" y="286"/>
                            <a:pt x="80" y="268"/>
                            <a:pt x="62" y="259"/>
                          </a:cubicBezTo>
                          <a:lnTo>
                            <a:pt x="62" y="188"/>
                          </a:lnTo>
                          <a:lnTo>
                            <a:pt x="205" y="63"/>
                          </a:lnTo>
                          <a:lnTo>
                            <a:pt x="776" y="63"/>
                          </a:lnTo>
                          <a:cubicBezTo>
                            <a:pt x="785" y="90"/>
                            <a:pt x="803" y="107"/>
                            <a:pt x="830" y="107"/>
                          </a:cubicBezTo>
                          <a:cubicBezTo>
                            <a:pt x="865" y="107"/>
                            <a:pt x="883" y="81"/>
                            <a:pt x="883" y="54"/>
                          </a:cubicBezTo>
                          <a:cubicBezTo>
                            <a:pt x="883" y="27"/>
                            <a:pt x="865" y="0"/>
                            <a:pt x="830"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2" name="Google Shape;342;p28"/>
                    <p:cNvSpPr/>
                    <p:nvPr/>
                  </p:nvSpPr>
                  <p:spPr>
                    <a:xfrm>
                      <a:off x="2750971" y="1431167"/>
                      <a:ext cx="272752" cy="612030"/>
                    </a:xfrm>
                    <a:custGeom>
                      <a:avLst/>
                      <a:gdLst/>
                      <a:ahLst/>
                      <a:cxnLst/>
                      <a:rect l="l" t="t" r="r" b="b"/>
                      <a:pathLst>
                        <a:path w="5006" h="11233" extrusionOk="0">
                          <a:moveTo>
                            <a:pt x="3810" y="126"/>
                          </a:moveTo>
                          <a:lnTo>
                            <a:pt x="3810" y="1259"/>
                          </a:lnTo>
                          <a:lnTo>
                            <a:pt x="3667" y="1259"/>
                          </a:lnTo>
                          <a:lnTo>
                            <a:pt x="3667" y="946"/>
                          </a:lnTo>
                          <a:lnTo>
                            <a:pt x="3453" y="732"/>
                          </a:lnTo>
                          <a:lnTo>
                            <a:pt x="3453" y="251"/>
                          </a:lnTo>
                          <a:cubicBezTo>
                            <a:pt x="3578" y="197"/>
                            <a:pt x="3694" y="161"/>
                            <a:pt x="3810" y="126"/>
                          </a:cubicBezTo>
                          <a:close/>
                          <a:moveTo>
                            <a:pt x="3970" y="81"/>
                          </a:moveTo>
                          <a:lnTo>
                            <a:pt x="3970" y="1259"/>
                          </a:lnTo>
                          <a:lnTo>
                            <a:pt x="3828" y="1259"/>
                          </a:lnTo>
                          <a:lnTo>
                            <a:pt x="3828" y="117"/>
                          </a:lnTo>
                          <a:cubicBezTo>
                            <a:pt x="3881" y="108"/>
                            <a:pt x="3926" y="99"/>
                            <a:pt x="3970" y="81"/>
                          </a:cubicBezTo>
                          <a:close/>
                          <a:moveTo>
                            <a:pt x="3435" y="251"/>
                          </a:moveTo>
                          <a:lnTo>
                            <a:pt x="3435" y="732"/>
                          </a:lnTo>
                          <a:lnTo>
                            <a:pt x="3649" y="955"/>
                          </a:lnTo>
                          <a:lnTo>
                            <a:pt x="3649" y="1259"/>
                          </a:lnTo>
                          <a:lnTo>
                            <a:pt x="3658" y="1259"/>
                          </a:lnTo>
                          <a:cubicBezTo>
                            <a:pt x="3605" y="1259"/>
                            <a:pt x="3551" y="1294"/>
                            <a:pt x="3524" y="1339"/>
                          </a:cubicBezTo>
                          <a:lnTo>
                            <a:pt x="3524" y="1330"/>
                          </a:lnTo>
                          <a:lnTo>
                            <a:pt x="3212" y="1330"/>
                          </a:lnTo>
                          <a:lnTo>
                            <a:pt x="2953" y="1071"/>
                          </a:lnTo>
                          <a:lnTo>
                            <a:pt x="2454" y="1071"/>
                          </a:lnTo>
                          <a:cubicBezTo>
                            <a:pt x="2498" y="946"/>
                            <a:pt x="2543" y="839"/>
                            <a:pt x="2605" y="768"/>
                          </a:cubicBezTo>
                          <a:cubicBezTo>
                            <a:pt x="2757" y="572"/>
                            <a:pt x="3087" y="393"/>
                            <a:pt x="3435" y="251"/>
                          </a:cubicBezTo>
                          <a:close/>
                          <a:moveTo>
                            <a:pt x="4256" y="37"/>
                          </a:moveTo>
                          <a:cubicBezTo>
                            <a:pt x="4372" y="37"/>
                            <a:pt x="4595" y="117"/>
                            <a:pt x="4693" y="188"/>
                          </a:cubicBezTo>
                          <a:cubicBezTo>
                            <a:pt x="4782" y="260"/>
                            <a:pt x="4952" y="572"/>
                            <a:pt x="4970" y="607"/>
                          </a:cubicBezTo>
                          <a:lnTo>
                            <a:pt x="4970" y="1241"/>
                          </a:lnTo>
                          <a:lnTo>
                            <a:pt x="4746" y="1241"/>
                          </a:lnTo>
                          <a:lnTo>
                            <a:pt x="4657" y="1330"/>
                          </a:lnTo>
                          <a:lnTo>
                            <a:pt x="4283" y="1330"/>
                          </a:lnTo>
                          <a:lnTo>
                            <a:pt x="4283" y="1339"/>
                          </a:lnTo>
                          <a:cubicBezTo>
                            <a:pt x="4256" y="1303"/>
                            <a:pt x="4211" y="1268"/>
                            <a:pt x="4167" y="1268"/>
                          </a:cubicBezTo>
                          <a:lnTo>
                            <a:pt x="4176" y="1268"/>
                          </a:lnTo>
                          <a:lnTo>
                            <a:pt x="4176" y="946"/>
                          </a:lnTo>
                          <a:lnTo>
                            <a:pt x="4381" y="723"/>
                          </a:lnTo>
                          <a:lnTo>
                            <a:pt x="4381" y="63"/>
                          </a:lnTo>
                          <a:lnTo>
                            <a:pt x="4363" y="63"/>
                          </a:lnTo>
                          <a:lnTo>
                            <a:pt x="4363" y="715"/>
                          </a:lnTo>
                          <a:lnTo>
                            <a:pt x="4167" y="938"/>
                          </a:lnTo>
                          <a:lnTo>
                            <a:pt x="4158" y="946"/>
                          </a:lnTo>
                          <a:lnTo>
                            <a:pt x="4158" y="1268"/>
                          </a:lnTo>
                          <a:cubicBezTo>
                            <a:pt x="4158" y="1268"/>
                            <a:pt x="4149" y="1259"/>
                            <a:pt x="4149" y="1259"/>
                          </a:cubicBezTo>
                          <a:lnTo>
                            <a:pt x="3988" y="1259"/>
                          </a:lnTo>
                          <a:lnTo>
                            <a:pt x="3988" y="81"/>
                          </a:lnTo>
                          <a:cubicBezTo>
                            <a:pt x="4077" y="63"/>
                            <a:pt x="4158" y="45"/>
                            <a:pt x="4229" y="37"/>
                          </a:cubicBezTo>
                          <a:close/>
                          <a:moveTo>
                            <a:pt x="2944" y="1089"/>
                          </a:moveTo>
                          <a:lnTo>
                            <a:pt x="3203" y="1348"/>
                          </a:lnTo>
                          <a:lnTo>
                            <a:pt x="3524" y="1348"/>
                          </a:lnTo>
                          <a:cubicBezTo>
                            <a:pt x="3515" y="1366"/>
                            <a:pt x="3506" y="1393"/>
                            <a:pt x="3506" y="1419"/>
                          </a:cubicBezTo>
                          <a:lnTo>
                            <a:pt x="3506" y="1491"/>
                          </a:lnTo>
                          <a:lnTo>
                            <a:pt x="3203" y="1491"/>
                          </a:lnTo>
                          <a:lnTo>
                            <a:pt x="2944" y="1250"/>
                          </a:lnTo>
                          <a:lnTo>
                            <a:pt x="2391" y="1250"/>
                          </a:lnTo>
                          <a:cubicBezTo>
                            <a:pt x="2409" y="1196"/>
                            <a:pt x="2427" y="1143"/>
                            <a:pt x="2445" y="1089"/>
                          </a:cubicBezTo>
                          <a:close/>
                          <a:moveTo>
                            <a:pt x="4970" y="1259"/>
                          </a:moveTo>
                          <a:lnTo>
                            <a:pt x="4970" y="1526"/>
                          </a:lnTo>
                          <a:lnTo>
                            <a:pt x="4300" y="1526"/>
                          </a:lnTo>
                          <a:lnTo>
                            <a:pt x="4300" y="1419"/>
                          </a:lnTo>
                          <a:cubicBezTo>
                            <a:pt x="4300" y="1393"/>
                            <a:pt x="4292" y="1366"/>
                            <a:pt x="4283" y="1348"/>
                          </a:cubicBezTo>
                          <a:lnTo>
                            <a:pt x="4657" y="1348"/>
                          </a:lnTo>
                          <a:lnTo>
                            <a:pt x="4755" y="1259"/>
                          </a:lnTo>
                          <a:close/>
                          <a:moveTo>
                            <a:pt x="2944" y="1268"/>
                          </a:moveTo>
                          <a:lnTo>
                            <a:pt x="3194" y="1508"/>
                          </a:lnTo>
                          <a:lnTo>
                            <a:pt x="3506" y="1508"/>
                          </a:lnTo>
                          <a:lnTo>
                            <a:pt x="3506" y="1651"/>
                          </a:lnTo>
                          <a:lnTo>
                            <a:pt x="2266" y="1651"/>
                          </a:lnTo>
                          <a:cubicBezTo>
                            <a:pt x="2302" y="1571"/>
                            <a:pt x="2329" y="1473"/>
                            <a:pt x="2356" y="1384"/>
                          </a:cubicBezTo>
                          <a:cubicBezTo>
                            <a:pt x="2365" y="1348"/>
                            <a:pt x="2373" y="1303"/>
                            <a:pt x="2391" y="1268"/>
                          </a:cubicBezTo>
                          <a:close/>
                          <a:moveTo>
                            <a:pt x="4970" y="1544"/>
                          </a:moveTo>
                          <a:lnTo>
                            <a:pt x="4970" y="1687"/>
                          </a:lnTo>
                          <a:lnTo>
                            <a:pt x="4300" y="1687"/>
                          </a:lnTo>
                          <a:lnTo>
                            <a:pt x="4300" y="1544"/>
                          </a:lnTo>
                          <a:close/>
                          <a:moveTo>
                            <a:pt x="3506" y="1669"/>
                          </a:moveTo>
                          <a:lnTo>
                            <a:pt x="3506" y="1803"/>
                          </a:lnTo>
                          <a:lnTo>
                            <a:pt x="2213" y="1803"/>
                          </a:lnTo>
                          <a:cubicBezTo>
                            <a:pt x="2231" y="1758"/>
                            <a:pt x="2249" y="1714"/>
                            <a:pt x="2266" y="1669"/>
                          </a:cubicBezTo>
                          <a:close/>
                          <a:moveTo>
                            <a:pt x="4970" y="1705"/>
                          </a:moveTo>
                          <a:lnTo>
                            <a:pt x="4970" y="1928"/>
                          </a:lnTo>
                          <a:lnTo>
                            <a:pt x="4729" y="1928"/>
                          </a:lnTo>
                          <a:lnTo>
                            <a:pt x="4622" y="1839"/>
                          </a:lnTo>
                          <a:lnTo>
                            <a:pt x="4300" y="1839"/>
                          </a:lnTo>
                          <a:lnTo>
                            <a:pt x="4300" y="1705"/>
                          </a:lnTo>
                          <a:close/>
                          <a:moveTo>
                            <a:pt x="777" y="3070"/>
                          </a:moveTo>
                          <a:lnTo>
                            <a:pt x="1365" y="3614"/>
                          </a:lnTo>
                          <a:lnTo>
                            <a:pt x="1365" y="4470"/>
                          </a:lnTo>
                          <a:lnTo>
                            <a:pt x="1169" y="4470"/>
                          </a:lnTo>
                          <a:cubicBezTo>
                            <a:pt x="1053" y="4470"/>
                            <a:pt x="955" y="4568"/>
                            <a:pt x="955" y="4693"/>
                          </a:cubicBezTo>
                          <a:lnTo>
                            <a:pt x="955" y="4881"/>
                          </a:lnTo>
                          <a:lnTo>
                            <a:pt x="72" y="4881"/>
                          </a:lnTo>
                          <a:cubicBezTo>
                            <a:pt x="72" y="4827"/>
                            <a:pt x="81" y="4782"/>
                            <a:pt x="81" y="4738"/>
                          </a:cubicBezTo>
                          <a:cubicBezTo>
                            <a:pt x="90" y="4675"/>
                            <a:pt x="108" y="4613"/>
                            <a:pt x="125" y="4551"/>
                          </a:cubicBezTo>
                          <a:lnTo>
                            <a:pt x="339" y="4551"/>
                          </a:lnTo>
                          <a:lnTo>
                            <a:pt x="411" y="4675"/>
                          </a:lnTo>
                          <a:lnTo>
                            <a:pt x="955" y="4675"/>
                          </a:lnTo>
                          <a:lnTo>
                            <a:pt x="955" y="4658"/>
                          </a:lnTo>
                          <a:lnTo>
                            <a:pt x="429" y="4658"/>
                          </a:lnTo>
                          <a:lnTo>
                            <a:pt x="348" y="4533"/>
                          </a:lnTo>
                          <a:lnTo>
                            <a:pt x="134" y="4533"/>
                          </a:lnTo>
                          <a:cubicBezTo>
                            <a:pt x="206" y="4256"/>
                            <a:pt x="331" y="3917"/>
                            <a:pt x="482" y="3605"/>
                          </a:cubicBezTo>
                          <a:lnTo>
                            <a:pt x="812" y="3908"/>
                          </a:lnTo>
                          <a:lnTo>
                            <a:pt x="812" y="4113"/>
                          </a:lnTo>
                          <a:cubicBezTo>
                            <a:pt x="786" y="4122"/>
                            <a:pt x="768" y="4140"/>
                            <a:pt x="768" y="4167"/>
                          </a:cubicBezTo>
                          <a:cubicBezTo>
                            <a:pt x="768" y="4194"/>
                            <a:pt x="794" y="4220"/>
                            <a:pt x="821" y="4220"/>
                          </a:cubicBezTo>
                          <a:cubicBezTo>
                            <a:pt x="857" y="4220"/>
                            <a:pt x="875" y="4194"/>
                            <a:pt x="875" y="4167"/>
                          </a:cubicBezTo>
                          <a:cubicBezTo>
                            <a:pt x="875" y="4140"/>
                            <a:pt x="857" y="4122"/>
                            <a:pt x="830" y="4113"/>
                          </a:cubicBezTo>
                          <a:lnTo>
                            <a:pt x="830" y="3899"/>
                          </a:lnTo>
                          <a:lnTo>
                            <a:pt x="491" y="3596"/>
                          </a:lnTo>
                          <a:cubicBezTo>
                            <a:pt x="518" y="3534"/>
                            <a:pt x="545" y="3471"/>
                            <a:pt x="580" y="3418"/>
                          </a:cubicBezTo>
                          <a:lnTo>
                            <a:pt x="1142" y="3935"/>
                          </a:lnTo>
                          <a:lnTo>
                            <a:pt x="1142" y="4470"/>
                          </a:lnTo>
                          <a:lnTo>
                            <a:pt x="1169" y="4470"/>
                          </a:lnTo>
                          <a:lnTo>
                            <a:pt x="1169" y="3926"/>
                          </a:lnTo>
                          <a:lnTo>
                            <a:pt x="589" y="3400"/>
                          </a:lnTo>
                          <a:cubicBezTo>
                            <a:pt x="652" y="3275"/>
                            <a:pt x="714" y="3168"/>
                            <a:pt x="777" y="3070"/>
                          </a:cubicBezTo>
                          <a:close/>
                          <a:moveTo>
                            <a:pt x="4184" y="2053"/>
                          </a:moveTo>
                          <a:lnTo>
                            <a:pt x="4184" y="2802"/>
                          </a:lnTo>
                          <a:lnTo>
                            <a:pt x="3328" y="3650"/>
                          </a:lnTo>
                          <a:lnTo>
                            <a:pt x="3328" y="4542"/>
                          </a:lnTo>
                          <a:lnTo>
                            <a:pt x="3685" y="4890"/>
                          </a:lnTo>
                          <a:lnTo>
                            <a:pt x="3694" y="4898"/>
                          </a:lnTo>
                          <a:lnTo>
                            <a:pt x="4140" y="4898"/>
                          </a:lnTo>
                          <a:lnTo>
                            <a:pt x="4140" y="4881"/>
                          </a:lnTo>
                          <a:lnTo>
                            <a:pt x="3703" y="4881"/>
                          </a:lnTo>
                          <a:lnTo>
                            <a:pt x="3346" y="4533"/>
                          </a:lnTo>
                          <a:lnTo>
                            <a:pt x="3346" y="3658"/>
                          </a:lnTo>
                          <a:lnTo>
                            <a:pt x="4202" y="2811"/>
                          </a:lnTo>
                          <a:lnTo>
                            <a:pt x="4202" y="2053"/>
                          </a:lnTo>
                          <a:close/>
                          <a:moveTo>
                            <a:pt x="955" y="4898"/>
                          </a:moveTo>
                          <a:lnTo>
                            <a:pt x="955" y="5130"/>
                          </a:lnTo>
                          <a:lnTo>
                            <a:pt x="54" y="5130"/>
                          </a:lnTo>
                          <a:cubicBezTo>
                            <a:pt x="54" y="5050"/>
                            <a:pt x="63" y="4970"/>
                            <a:pt x="63" y="4898"/>
                          </a:cubicBezTo>
                          <a:close/>
                          <a:moveTo>
                            <a:pt x="955" y="5148"/>
                          </a:moveTo>
                          <a:lnTo>
                            <a:pt x="955" y="5362"/>
                          </a:lnTo>
                          <a:lnTo>
                            <a:pt x="393" y="5362"/>
                          </a:lnTo>
                          <a:lnTo>
                            <a:pt x="286" y="5478"/>
                          </a:lnTo>
                          <a:lnTo>
                            <a:pt x="54" y="5478"/>
                          </a:lnTo>
                          <a:cubicBezTo>
                            <a:pt x="54" y="5371"/>
                            <a:pt x="54" y="5255"/>
                            <a:pt x="54" y="5148"/>
                          </a:cubicBezTo>
                          <a:close/>
                          <a:moveTo>
                            <a:pt x="955" y="5371"/>
                          </a:moveTo>
                          <a:cubicBezTo>
                            <a:pt x="964" y="5487"/>
                            <a:pt x="1053" y="5576"/>
                            <a:pt x="1169" y="5576"/>
                          </a:cubicBezTo>
                          <a:lnTo>
                            <a:pt x="1365" y="5576"/>
                          </a:lnTo>
                          <a:lnTo>
                            <a:pt x="1365" y="5960"/>
                          </a:lnTo>
                          <a:lnTo>
                            <a:pt x="919" y="6397"/>
                          </a:lnTo>
                          <a:lnTo>
                            <a:pt x="224" y="6397"/>
                          </a:lnTo>
                          <a:lnTo>
                            <a:pt x="224" y="6406"/>
                          </a:lnTo>
                          <a:cubicBezTo>
                            <a:pt x="197" y="6335"/>
                            <a:pt x="179" y="6272"/>
                            <a:pt x="152" y="6210"/>
                          </a:cubicBezTo>
                          <a:lnTo>
                            <a:pt x="893" y="6210"/>
                          </a:lnTo>
                          <a:lnTo>
                            <a:pt x="1142" y="5933"/>
                          </a:lnTo>
                          <a:lnTo>
                            <a:pt x="1142" y="5576"/>
                          </a:lnTo>
                          <a:lnTo>
                            <a:pt x="1125" y="5576"/>
                          </a:lnTo>
                          <a:lnTo>
                            <a:pt x="1125" y="5924"/>
                          </a:lnTo>
                          <a:lnTo>
                            <a:pt x="884" y="6192"/>
                          </a:lnTo>
                          <a:lnTo>
                            <a:pt x="152" y="6192"/>
                          </a:lnTo>
                          <a:cubicBezTo>
                            <a:pt x="143" y="6156"/>
                            <a:pt x="125" y="6121"/>
                            <a:pt x="116" y="6085"/>
                          </a:cubicBezTo>
                          <a:lnTo>
                            <a:pt x="687" y="6085"/>
                          </a:lnTo>
                          <a:lnTo>
                            <a:pt x="794" y="5978"/>
                          </a:lnTo>
                          <a:cubicBezTo>
                            <a:pt x="803" y="5982"/>
                            <a:pt x="812" y="5985"/>
                            <a:pt x="821" y="5985"/>
                          </a:cubicBezTo>
                          <a:cubicBezTo>
                            <a:pt x="830" y="5985"/>
                            <a:pt x="839" y="5982"/>
                            <a:pt x="848" y="5978"/>
                          </a:cubicBezTo>
                          <a:cubicBezTo>
                            <a:pt x="875" y="5969"/>
                            <a:pt x="884" y="5933"/>
                            <a:pt x="875" y="5907"/>
                          </a:cubicBezTo>
                          <a:cubicBezTo>
                            <a:pt x="863" y="5889"/>
                            <a:pt x="848" y="5879"/>
                            <a:pt x="831" y="5879"/>
                          </a:cubicBezTo>
                          <a:cubicBezTo>
                            <a:pt x="822" y="5879"/>
                            <a:pt x="813" y="5882"/>
                            <a:pt x="803" y="5889"/>
                          </a:cubicBezTo>
                          <a:cubicBezTo>
                            <a:pt x="777" y="5898"/>
                            <a:pt x="768" y="5933"/>
                            <a:pt x="777" y="5960"/>
                          </a:cubicBezTo>
                          <a:cubicBezTo>
                            <a:pt x="777" y="5960"/>
                            <a:pt x="777" y="5960"/>
                            <a:pt x="786" y="5969"/>
                          </a:cubicBezTo>
                          <a:lnTo>
                            <a:pt x="678" y="6067"/>
                          </a:lnTo>
                          <a:lnTo>
                            <a:pt x="116" y="6067"/>
                          </a:lnTo>
                          <a:cubicBezTo>
                            <a:pt x="108" y="6049"/>
                            <a:pt x="108" y="6022"/>
                            <a:pt x="99" y="6005"/>
                          </a:cubicBezTo>
                          <a:cubicBezTo>
                            <a:pt x="99" y="5978"/>
                            <a:pt x="90" y="5960"/>
                            <a:pt x="90" y="5942"/>
                          </a:cubicBezTo>
                          <a:lnTo>
                            <a:pt x="473" y="5942"/>
                          </a:lnTo>
                          <a:lnTo>
                            <a:pt x="554" y="5871"/>
                          </a:lnTo>
                          <a:cubicBezTo>
                            <a:pt x="566" y="5877"/>
                            <a:pt x="583" y="5883"/>
                            <a:pt x="599" y="5883"/>
                          </a:cubicBezTo>
                          <a:cubicBezTo>
                            <a:pt x="605" y="5883"/>
                            <a:pt x="611" y="5882"/>
                            <a:pt x="616" y="5880"/>
                          </a:cubicBezTo>
                          <a:cubicBezTo>
                            <a:pt x="643" y="5862"/>
                            <a:pt x="652" y="5835"/>
                            <a:pt x="643" y="5808"/>
                          </a:cubicBezTo>
                          <a:cubicBezTo>
                            <a:pt x="630" y="5789"/>
                            <a:pt x="612" y="5774"/>
                            <a:pt x="594" y="5774"/>
                          </a:cubicBezTo>
                          <a:cubicBezTo>
                            <a:pt x="586" y="5774"/>
                            <a:pt x="579" y="5777"/>
                            <a:pt x="571" y="5782"/>
                          </a:cubicBezTo>
                          <a:cubicBezTo>
                            <a:pt x="545" y="5791"/>
                            <a:pt x="527" y="5826"/>
                            <a:pt x="545" y="5853"/>
                          </a:cubicBezTo>
                          <a:lnTo>
                            <a:pt x="464" y="5924"/>
                          </a:lnTo>
                          <a:lnTo>
                            <a:pt x="90" y="5924"/>
                          </a:lnTo>
                          <a:cubicBezTo>
                            <a:pt x="81" y="5898"/>
                            <a:pt x="81" y="5862"/>
                            <a:pt x="72" y="5835"/>
                          </a:cubicBezTo>
                          <a:lnTo>
                            <a:pt x="366" y="5835"/>
                          </a:lnTo>
                          <a:lnTo>
                            <a:pt x="447" y="5746"/>
                          </a:lnTo>
                          <a:cubicBezTo>
                            <a:pt x="455" y="5750"/>
                            <a:pt x="464" y="5753"/>
                            <a:pt x="474" y="5753"/>
                          </a:cubicBezTo>
                          <a:cubicBezTo>
                            <a:pt x="484" y="5753"/>
                            <a:pt x="496" y="5750"/>
                            <a:pt x="509" y="5746"/>
                          </a:cubicBezTo>
                          <a:cubicBezTo>
                            <a:pt x="527" y="5737"/>
                            <a:pt x="545" y="5701"/>
                            <a:pt x="527" y="5675"/>
                          </a:cubicBezTo>
                          <a:cubicBezTo>
                            <a:pt x="520" y="5655"/>
                            <a:pt x="498" y="5644"/>
                            <a:pt x="477" y="5644"/>
                          </a:cubicBezTo>
                          <a:cubicBezTo>
                            <a:pt x="469" y="5644"/>
                            <a:pt x="462" y="5646"/>
                            <a:pt x="455" y="5648"/>
                          </a:cubicBezTo>
                          <a:cubicBezTo>
                            <a:pt x="429" y="5666"/>
                            <a:pt x="420" y="5692"/>
                            <a:pt x="429" y="5719"/>
                          </a:cubicBezTo>
                          <a:cubicBezTo>
                            <a:pt x="438" y="5728"/>
                            <a:pt x="438" y="5728"/>
                            <a:pt x="438" y="5728"/>
                          </a:cubicBezTo>
                          <a:lnTo>
                            <a:pt x="357" y="5817"/>
                          </a:lnTo>
                          <a:lnTo>
                            <a:pt x="72" y="5817"/>
                          </a:lnTo>
                          <a:cubicBezTo>
                            <a:pt x="72" y="5773"/>
                            <a:pt x="63" y="5737"/>
                            <a:pt x="63" y="5692"/>
                          </a:cubicBezTo>
                          <a:lnTo>
                            <a:pt x="241" y="5692"/>
                          </a:lnTo>
                          <a:lnTo>
                            <a:pt x="322" y="5621"/>
                          </a:lnTo>
                          <a:cubicBezTo>
                            <a:pt x="332" y="5632"/>
                            <a:pt x="343" y="5636"/>
                            <a:pt x="353" y="5636"/>
                          </a:cubicBezTo>
                          <a:cubicBezTo>
                            <a:pt x="360" y="5636"/>
                            <a:pt x="368" y="5634"/>
                            <a:pt x="375" y="5630"/>
                          </a:cubicBezTo>
                          <a:cubicBezTo>
                            <a:pt x="402" y="5621"/>
                            <a:pt x="420" y="5585"/>
                            <a:pt x="402" y="5559"/>
                          </a:cubicBezTo>
                          <a:cubicBezTo>
                            <a:pt x="395" y="5539"/>
                            <a:pt x="374" y="5528"/>
                            <a:pt x="352" y="5528"/>
                          </a:cubicBezTo>
                          <a:cubicBezTo>
                            <a:pt x="345" y="5528"/>
                            <a:pt x="337" y="5530"/>
                            <a:pt x="331" y="5532"/>
                          </a:cubicBezTo>
                          <a:cubicBezTo>
                            <a:pt x="304" y="5550"/>
                            <a:pt x="295" y="5585"/>
                            <a:pt x="304" y="5603"/>
                          </a:cubicBezTo>
                          <a:cubicBezTo>
                            <a:pt x="304" y="5612"/>
                            <a:pt x="313" y="5612"/>
                            <a:pt x="313" y="5612"/>
                          </a:cubicBezTo>
                          <a:lnTo>
                            <a:pt x="241" y="5675"/>
                          </a:lnTo>
                          <a:lnTo>
                            <a:pt x="63" y="5675"/>
                          </a:lnTo>
                          <a:cubicBezTo>
                            <a:pt x="63" y="5621"/>
                            <a:pt x="54" y="5559"/>
                            <a:pt x="54" y="5496"/>
                          </a:cubicBezTo>
                          <a:lnTo>
                            <a:pt x="295" y="5496"/>
                          </a:lnTo>
                          <a:lnTo>
                            <a:pt x="402" y="5380"/>
                          </a:lnTo>
                          <a:lnTo>
                            <a:pt x="955" y="5380"/>
                          </a:lnTo>
                          <a:lnTo>
                            <a:pt x="955" y="5371"/>
                          </a:lnTo>
                          <a:close/>
                          <a:moveTo>
                            <a:pt x="1606" y="5576"/>
                          </a:moveTo>
                          <a:lnTo>
                            <a:pt x="1606" y="5924"/>
                          </a:lnTo>
                          <a:lnTo>
                            <a:pt x="946" y="6620"/>
                          </a:lnTo>
                          <a:lnTo>
                            <a:pt x="304" y="6620"/>
                          </a:lnTo>
                          <a:cubicBezTo>
                            <a:pt x="277" y="6558"/>
                            <a:pt x="250" y="6486"/>
                            <a:pt x="232" y="6415"/>
                          </a:cubicBezTo>
                          <a:lnTo>
                            <a:pt x="928" y="6415"/>
                          </a:lnTo>
                          <a:lnTo>
                            <a:pt x="1383" y="5969"/>
                          </a:lnTo>
                          <a:lnTo>
                            <a:pt x="1383" y="5576"/>
                          </a:lnTo>
                          <a:close/>
                          <a:moveTo>
                            <a:pt x="1829" y="5576"/>
                          </a:moveTo>
                          <a:lnTo>
                            <a:pt x="1838" y="5951"/>
                          </a:lnTo>
                          <a:lnTo>
                            <a:pt x="946" y="6861"/>
                          </a:lnTo>
                          <a:lnTo>
                            <a:pt x="393" y="6861"/>
                          </a:lnTo>
                          <a:cubicBezTo>
                            <a:pt x="366" y="6790"/>
                            <a:pt x="339" y="6709"/>
                            <a:pt x="313" y="6638"/>
                          </a:cubicBezTo>
                          <a:lnTo>
                            <a:pt x="955" y="6638"/>
                          </a:lnTo>
                          <a:lnTo>
                            <a:pt x="1624" y="5933"/>
                          </a:lnTo>
                          <a:lnTo>
                            <a:pt x="1624" y="5576"/>
                          </a:lnTo>
                          <a:close/>
                          <a:moveTo>
                            <a:pt x="759" y="8262"/>
                          </a:moveTo>
                          <a:lnTo>
                            <a:pt x="946" y="8395"/>
                          </a:lnTo>
                          <a:lnTo>
                            <a:pt x="1348" y="8395"/>
                          </a:lnTo>
                          <a:cubicBezTo>
                            <a:pt x="1348" y="8404"/>
                            <a:pt x="1348" y="8404"/>
                            <a:pt x="1348" y="8413"/>
                          </a:cubicBezTo>
                          <a:lnTo>
                            <a:pt x="1348" y="8503"/>
                          </a:lnTo>
                          <a:lnTo>
                            <a:pt x="955" y="8503"/>
                          </a:lnTo>
                          <a:lnTo>
                            <a:pt x="768" y="8378"/>
                          </a:lnTo>
                          <a:lnTo>
                            <a:pt x="455" y="8378"/>
                          </a:lnTo>
                          <a:cubicBezTo>
                            <a:pt x="464" y="8342"/>
                            <a:pt x="464" y="8297"/>
                            <a:pt x="473" y="8262"/>
                          </a:cubicBezTo>
                          <a:close/>
                          <a:moveTo>
                            <a:pt x="759" y="8395"/>
                          </a:moveTo>
                          <a:lnTo>
                            <a:pt x="946" y="8520"/>
                          </a:lnTo>
                          <a:lnTo>
                            <a:pt x="1348" y="8520"/>
                          </a:lnTo>
                          <a:lnTo>
                            <a:pt x="1348" y="8592"/>
                          </a:lnTo>
                          <a:lnTo>
                            <a:pt x="919" y="8592"/>
                          </a:lnTo>
                          <a:lnTo>
                            <a:pt x="794" y="8717"/>
                          </a:lnTo>
                          <a:lnTo>
                            <a:pt x="447" y="8717"/>
                          </a:lnTo>
                          <a:cubicBezTo>
                            <a:pt x="447" y="8619"/>
                            <a:pt x="447" y="8511"/>
                            <a:pt x="455" y="8395"/>
                          </a:cubicBezTo>
                          <a:close/>
                          <a:moveTo>
                            <a:pt x="1348" y="8610"/>
                          </a:moveTo>
                          <a:lnTo>
                            <a:pt x="1348" y="8690"/>
                          </a:lnTo>
                          <a:lnTo>
                            <a:pt x="946" y="8690"/>
                          </a:lnTo>
                          <a:lnTo>
                            <a:pt x="794" y="8824"/>
                          </a:lnTo>
                          <a:lnTo>
                            <a:pt x="455" y="8824"/>
                          </a:lnTo>
                          <a:cubicBezTo>
                            <a:pt x="455" y="8797"/>
                            <a:pt x="455" y="8761"/>
                            <a:pt x="447" y="8734"/>
                          </a:cubicBezTo>
                          <a:lnTo>
                            <a:pt x="803" y="8734"/>
                          </a:lnTo>
                          <a:lnTo>
                            <a:pt x="928" y="8610"/>
                          </a:lnTo>
                          <a:close/>
                          <a:moveTo>
                            <a:pt x="4970" y="8181"/>
                          </a:moveTo>
                          <a:lnTo>
                            <a:pt x="4970" y="8315"/>
                          </a:lnTo>
                          <a:lnTo>
                            <a:pt x="4675" y="8315"/>
                          </a:lnTo>
                          <a:lnTo>
                            <a:pt x="4309" y="8699"/>
                          </a:lnTo>
                          <a:lnTo>
                            <a:pt x="4309" y="9002"/>
                          </a:lnTo>
                          <a:lnTo>
                            <a:pt x="4149" y="9002"/>
                          </a:lnTo>
                          <a:lnTo>
                            <a:pt x="4149" y="8699"/>
                          </a:lnTo>
                          <a:lnTo>
                            <a:pt x="4684" y="8181"/>
                          </a:lnTo>
                          <a:close/>
                          <a:moveTo>
                            <a:pt x="4970" y="8333"/>
                          </a:moveTo>
                          <a:lnTo>
                            <a:pt x="4970" y="8529"/>
                          </a:lnTo>
                          <a:lnTo>
                            <a:pt x="4684" y="8529"/>
                          </a:lnTo>
                          <a:lnTo>
                            <a:pt x="4425" y="8761"/>
                          </a:lnTo>
                          <a:lnTo>
                            <a:pt x="4425" y="9002"/>
                          </a:lnTo>
                          <a:lnTo>
                            <a:pt x="4327" y="9002"/>
                          </a:lnTo>
                          <a:lnTo>
                            <a:pt x="4327" y="8699"/>
                          </a:lnTo>
                          <a:lnTo>
                            <a:pt x="4684" y="8333"/>
                          </a:lnTo>
                          <a:close/>
                          <a:moveTo>
                            <a:pt x="3506" y="1821"/>
                          </a:moveTo>
                          <a:lnTo>
                            <a:pt x="3506" y="1901"/>
                          </a:lnTo>
                          <a:cubicBezTo>
                            <a:pt x="3506" y="1972"/>
                            <a:pt x="3551" y="2035"/>
                            <a:pt x="3622" y="2053"/>
                          </a:cubicBezTo>
                          <a:cubicBezTo>
                            <a:pt x="3631" y="2053"/>
                            <a:pt x="3649" y="2062"/>
                            <a:pt x="3658" y="2062"/>
                          </a:cubicBezTo>
                          <a:lnTo>
                            <a:pt x="3756" y="2062"/>
                          </a:lnTo>
                          <a:lnTo>
                            <a:pt x="3756" y="2802"/>
                          </a:lnTo>
                          <a:lnTo>
                            <a:pt x="2721" y="3846"/>
                          </a:lnTo>
                          <a:lnTo>
                            <a:pt x="1990" y="3846"/>
                          </a:lnTo>
                          <a:lnTo>
                            <a:pt x="1856" y="3971"/>
                          </a:lnTo>
                          <a:lnTo>
                            <a:pt x="1856" y="4470"/>
                          </a:lnTo>
                          <a:lnTo>
                            <a:pt x="1874" y="4470"/>
                          </a:lnTo>
                          <a:lnTo>
                            <a:pt x="1874" y="3980"/>
                          </a:lnTo>
                          <a:lnTo>
                            <a:pt x="1999" y="3864"/>
                          </a:lnTo>
                          <a:lnTo>
                            <a:pt x="2730" y="3864"/>
                          </a:lnTo>
                          <a:lnTo>
                            <a:pt x="3774" y="2811"/>
                          </a:lnTo>
                          <a:lnTo>
                            <a:pt x="3774" y="2062"/>
                          </a:lnTo>
                          <a:lnTo>
                            <a:pt x="3890" y="2062"/>
                          </a:lnTo>
                          <a:lnTo>
                            <a:pt x="3890" y="2802"/>
                          </a:lnTo>
                          <a:lnTo>
                            <a:pt x="3043" y="3641"/>
                          </a:lnTo>
                          <a:lnTo>
                            <a:pt x="3043" y="3650"/>
                          </a:lnTo>
                          <a:lnTo>
                            <a:pt x="3043" y="4925"/>
                          </a:lnTo>
                          <a:lnTo>
                            <a:pt x="3399" y="5300"/>
                          </a:lnTo>
                          <a:lnTo>
                            <a:pt x="4140" y="5300"/>
                          </a:lnTo>
                          <a:lnTo>
                            <a:pt x="4140" y="5282"/>
                          </a:lnTo>
                          <a:lnTo>
                            <a:pt x="3417" y="5282"/>
                          </a:lnTo>
                          <a:lnTo>
                            <a:pt x="3060" y="4916"/>
                          </a:lnTo>
                          <a:lnTo>
                            <a:pt x="3060" y="3658"/>
                          </a:lnTo>
                          <a:lnTo>
                            <a:pt x="3908" y="2820"/>
                          </a:lnTo>
                          <a:lnTo>
                            <a:pt x="3908" y="2811"/>
                          </a:lnTo>
                          <a:lnTo>
                            <a:pt x="3908" y="2062"/>
                          </a:lnTo>
                          <a:lnTo>
                            <a:pt x="4024" y="2062"/>
                          </a:lnTo>
                          <a:lnTo>
                            <a:pt x="4024" y="2793"/>
                          </a:lnTo>
                          <a:lnTo>
                            <a:pt x="3176" y="3650"/>
                          </a:lnTo>
                          <a:lnTo>
                            <a:pt x="3176" y="4756"/>
                          </a:lnTo>
                          <a:lnTo>
                            <a:pt x="3542" y="5095"/>
                          </a:lnTo>
                          <a:lnTo>
                            <a:pt x="4140" y="5095"/>
                          </a:lnTo>
                          <a:lnTo>
                            <a:pt x="4140" y="5077"/>
                          </a:lnTo>
                          <a:lnTo>
                            <a:pt x="3551" y="5077"/>
                          </a:lnTo>
                          <a:lnTo>
                            <a:pt x="3194" y="4747"/>
                          </a:lnTo>
                          <a:lnTo>
                            <a:pt x="3194" y="3658"/>
                          </a:lnTo>
                          <a:lnTo>
                            <a:pt x="4042" y="2802"/>
                          </a:lnTo>
                          <a:lnTo>
                            <a:pt x="4042" y="2062"/>
                          </a:lnTo>
                          <a:lnTo>
                            <a:pt x="4149" y="2062"/>
                          </a:lnTo>
                          <a:cubicBezTo>
                            <a:pt x="4158" y="2062"/>
                            <a:pt x="4176" y="2053"/>
                            <a:pt x="4184" y="2053"/>
                          </a:cubicBezTo>
                          <a:cubicBezTo>
                            <a:pt x="4256" y="2035"/>
                            <a:pt x="4300" y="1972"/>
                            <a:pt x="4300" y="1901"/>
                          </a:cubicBezTo>
                          <a:lnTo>
                            <a:pt x="4300" y="1856"/>
                          </a:lnTo>
                          <a:lnTo>
                            <a:pt x="4613" y="1856"/>
                          </a:lnTo>
                          <a:lnTo>
                            <a:pt x="4720" y="1946"/>
                          </a:lnTo>
                          <a:lnTo>
                            <a:pt x="4970" y="1946"/>
                          </a:lnTo>
                          <a:lnTo>
                            <a:pt x="4970" y="3168"/>
                          </a:lnTo>
                          <a:lnTo>
                            <a:pt x="4488" y="3168"/>
                          </a:lnTo>
                          <a:lnTo>
                            <a:pt x="4051" y="3578"/>
                          </a:lnTo>
                          <a:cubicBezTo>
                            <a:pt x="4042" y="3569"/>
                            <a:pt x="4033" y="3560"/>
                            <a:pt x="4015" y="3560"/>
                          </a:cubicBezTo>
                          <a:cubicBezTo>
                            <a:pt x="3988" y="3560"/>
                            <a:pt x="3961" y="3587"/>
                            <a:pt x="3961" y="3614"/>
                          </a:cubicBezTo>
                          <a:cubicBezTo>
                            <a:pt x="3961" y="3650"/>
                            <a:pt x="3988" y="3667"/>
                            <a:pt x="4015" y="3667"/>
                          </a:cubicBezTo>
                          <a:cubicBezTo>
                            <a:pt x="4051" y="3667"/>
                            <a:pt x="4068" y="3650"/>
                            <a:pt x="4068" y="3614"/>
                          </a:cubicBezTo>
                          <a:cubicBezTo>
                            <a:pt x="4068" y="3605"/>
                            <a:pt x="4068" y="3596"/>
                            <a:pt x="4060" y="3587"/>
                          </a:cubicBezTo>
                          <a:lnTo>
                            <a:pt x="4488" y="3186"/>
                          </a:lnTo>
                          <a:lnTo>
                            <a:pt x="4970" y="3186"/>
                          </a:lnTo>
                          <a:lnTo>
                            <a:pt x="4970" y="3337"/>
                          </a:lnTo>
                          <a:lnTo>
                            <a:pt x="4550" y="3337"/>
                          </a:lnTo>
                          <a:lnTo>
                            <a:pt x="4292" y="3569"/>
                          </a:lnTo>
                          <a:cubicBezTo>
                            <a:pt x="4283" y="3569"/>
                            <a:pt x="4274" y="3560"/>
                            <a:pt x="4256" y="3560"/>
                          </a:cubicBezTo>
                          <a:cubicBezTo>
                            <a:pt x="4229" y="3560"/>
                            <a:pt x="4202" y="3587"/>
                            <a:pt x="4202" y="3614"/>
                          </a:cubicBezTo>
                          <a:cubicBezTo>
                            <a:pt x="4202" y="3650"/>
                            <a:pt x="4229" y="3667"/>
                            <a:pt x="4256" y="3667"/>
                          </a:cubicBezTo>
                          <a:cubicBezTo>
                            <a:pt x="4292" y="3667"/>
                            <a:pt x="4309" y="3650"/>
                            <a:pt x="4309" y="3614"/>
                          </a:cubicBezTo>
                          <a:cubicBezTo>
                            <a:pt x="4309" y="3605"/>
                            <a:pt x="4309" y="3596"/>
                            <a:pt x="4300" y="3587"/>
                          </a:cubicBezTo>
                          <a:lnTo>
                            <a:pt x="4559" y="3355"/>
                          </a:lnTo>
                          <a:lnTo>
                            <a:pt x="4970" y="3355"/>
                          </a:lnTo>
                          <a:lnTo>
                            <a:pt x="4970" y="3435"/>
                          </a:lnTo>
                          <a:lnTo>
                            <a:pt x="4684" y="3435"/>
                          </a:lnTo>
                          <a:lnTo>
                            <a:pt x="4523" y="3569"/>
                          </a:lnTo>
                          <a:cubicBezTo>
                            <a:pt x="4523" y="3569"/>
                            <a:pt x="4515" y="3560"/>
                            <a:pt x="4506" y="3560"/>
                          </a:cubicBezTo>
                          <a:cubicBezTo>
                            <a:pt x="4470" y="3560"/>
                            <a:pt x="4452" y="3587"/>
                            <a:pt x="4452" y="3614"/>
                          </a:cubicBezTo>
                          <a:cubicBezTo>
                            <a:pt x="4452" y="3650"/>
                            <a:pt x="4470" y="3667"/>
                            <a:pt x="4506" y="3667"/>
                          </a:cubicBezTo>
                          <a:cubicBezTo>
                            <a:pt x="4532" y="3667"/>
                            <a:pt x="4559" y="3650"/>
                            <a:pt x="4559" y="3614"/>
                          </a:cubicBezTo>
                          <a:cubicBezTo>
                            <a:pt x="4559" y="3605"/>
                            <a:pt x="4550" y="3587"/>
                            <a:pt x="4541" y="3578"/>
                          </a:cubicBezTo>
                          <a:lnTo>
                            <a:pt x="4693" y="3453"/>
                          </a:lnTo>
                          <a:lnTo>
                            <a:pt x="4970" y="3453"/>
                          </a:lnTo>
                          <a:lnTo>
                            <a:pt x="4970" y="4104"/>
                          </a:lnTo>
                          <a:lnTo>
                            <a:pt x="4399" y="4104"/>
                          </a:lnTo>
                          <a:lnTo>
                            <a:pt x="4247" y="3944"/>
                          </a:lnTo>
                          <a:cubicBezTo>
                            <a:pt x="4256" y="3935"/>
                            <a:pt x="4256" y="3926"/>
                            <a:pt x="4256" y="3917"/>
                          </a:cubicBezTo>
                          <a:cubicBezTo>
                            <a:pt x="4256" y="3881"/>
                            <a:pt x="4238" y="3864"/>
                            <a:pt x="4202" y="3864"/>
                          </a:cubicBezTo>
                          <a:cubicBezTo>
                            <a:pt x="4176" y="3864"/>
                            <a:pt x="4149" y="3881"/>
                            <a:pt x="4149" y="3917"/>
                          </a:cubicBezTo>
                          <a:cubicBezTo>
                            <a:pt x="4149" y="3944"/>
                            <a:pt x="4176" y="3971"/>
                            <a:pt x="4202" y="3971"/>
                          </a:cubicBezTo>
                          <a:cubicBezTo>
                            <a:pt x="4220" y="3971"/>
                            <a:pt x="4229" y="3962"/>
                            <a:pt x="4238" y="3962"/>
                          </a:cubicBezTo>
                          <a:lnTo>
                            <a:pt x="4390" y="4122"/>
                          </a:lnTo>
                          <a:lnTo>
                            <a:pt x="4970" y="4122"/>
                          </a:lnTo>
                          <a:lnTo>
                            <a:pt x="4970" y="4238"/>
                          </a:lnTo>
                          <a:lnTo>
                            <a:pt x="4300" y="4238"/>
                          </a:lnTo>
                          <a:lnTo>
                            <a:pt x="4024" y="3953"/>
                          </a:lnTo>
                          <a:cubicBezTo>
                            <a:pt x="4033" y="3944"/>
                            <a:pt x="4033" y="3926"/>
                            <a:pt x="4033" y="3917"/>
                          </a:cubicBezTo>
                          <a:cubicBezTo>
                            <a:pt x="4033" y="3881"/>
                            <a:pt x="4015" y="3864"/>
                            <a:pt x="3979" y="3864"/>
                          </a:cubicBezTo>
                          <a:cubicBezTo>
                            <a:pt x="3953" y="3864"/>
                            <a:pt x="3926" y="3881"/>
                            <a:pt x="3926" y="3917"/>
                          </a:cubicBezTo>
                          <a:cubicBezTo>
                            <a:pt x="3926" y="3944"/>
                            <a:pt x="3953" y="3971"/>
                            <a:pt x="3979" y="3971"/>
                          </a:cubicBezTo>
                          <a:cubicBezTo>
                            <a:pt x="3988" y="3971"/>
                            <a:pt x="3997" y="3962"/>
                            <a:pt x="4006" y="3962"/>
                          </a:cubicBezTo>
                          <a:lnTo>
                            <a:pt x="4292" y="4256"/>
                          </a:lnTo>
                          <a:lnTo>
                            <a:pt x="4970" y="4256"/>
                          </a:lnTo>
                          <a:lnTo>
                            <a:pt x="4970" y="4354"/>
                          </a:lnTo>
                          <a:lnTo>
                            <a:pt x="4211" y="4354"/>
                          </a:lnTo>
                          <a:lnTo>
                            <a:pt x="3810" y="3944"/>
                          </a:lnTo>
                          <a:cubicBezTo>
                            <a:pt x="3819" y="3935"/>
                            <a:pt x="3819" y="3926"/>
                            <a:pt x="3819" y="3917"/>
                          </a:cubicBezTo>
                          <a:cubicBezTo>
                            <a:pt x="3819" y="3881"/>
                            <a:pt x="3801" y="3864"/>
                            <a:pt x="3765" y="3864"/>
                          </a:cubicBezTo>
                          <a:cubicBezTo>
                            <a:pt x="3738" y="3864"/>
                            <a:pt x="3712" y="3881"/>
                            <a:pt x="3712" y="3917"/>
                          </a:cubicBezTo>
                          <a:cubicBezTo>
                            <a:pt x="3712" y="3944"/>
                            <a:pt x="3738" y="3971"/>
                            <a:pt x="3765" y="3971"/>
                          </a:cubicBezTo>
                          <a:cubicBezTo>
                            <a:pt x="3783" y="3971"/>
                            <a:pt x="3792" y="3962"/>
                            <a:pt x="3801" y="3962"/>
                          </a:cubicBezTo>
                          <a:lnTo>
                            <a:pt x="4202" y="4372"/>
                          </a:lnTo>
                          <a:lnTo>
                            <a:pt x="4970" y="4372"/>
                          </a:lnTo>
                          <a:lnTo>
                            <a:pt x="4970" y="8164"/>
                          </a:lnTo>
                          <a:lnTo>
                            <a:pt x="4675" y="8164"/>
                          </a:lnTo>
                          <a:lnTo>
                            <a:pt x="4131" y="8690"/>
                          </a:lnTo>
                          <a:lnTo>
                            <a:pt x="4131" y="8699"/>
                          </a:lnTo>
                          <a:lnTo>
                            <a:pt x="4131" y="9002"/>
                          </a:lnTo>
                          <a:lnTo>
                            <a:pt x="3997" y="9002"/>
                          </a:lnTo>
                          <a:lnTo>
                            <a:pt x="3997" y="8199"/>
                          </a:lnTo>
                          <a:lnTo>
                            <a:pt x="4773" y="7441"/>
                          </a:lnTo>
                          <a:lnTo>
                            <a:pt x="4773" y="7120"/>
                          </a:lnTo>
                          <a:lnTo>
                            <a:pt x="4791" y="7120"/>
                          </a:lnTo>
                          <a:cubicBezTo>
                            <a:pt x="4818" y="7102"/>
                            <a:pt x="4827" y="7075"/>
                            <a:pt x="4818" y="7048"/>
                          </a:cubicBezTo>
                          <a:cubicBezTo>
                            <a:pt x="4804" y="7028"/>
                            <a:pt x="4786" y="7018"/>
                            <a:pt x="4766" y="7018"/>
                          </a:cubicBezTo>
                          <a:cubicBezTo>
                            <a:pt x="4760" y="7018"/>
                            <a:pt x="4753" y="7019"/>
                            <a:pt x="4746" y="7022"/>
                          </a:cubicBezTo>
                          <a:cubicBezTo>
                            <a:pt x="4720" y="7039"/>
                            <a:pt x="4702" y="7066"/>
                            <a:pt x="4720" y="7093"/>
                          </a:cubicBezTo>
                          <a:cubicBezTo>
                            <a:pt x="4729" y="7111"/>
                            <a:pt x="4746" y="7120"/>
                            <a:pt x="4755" y="7120"/>
                          </a:cubicBezTo>
                          <a:lnTo>
                            <a:pt x="4755" y="7432"/>
                          </a:lnTo>
                          <a:lnTo>
                            <a:pt x="3979" y="8190"/>
                          </a:lnTo>
                          <a:lnTo>
                            <a:pt x="3979" y="9002"/>
                          </a:lnTo>
                          <a:lnTo>
                            <a:pt x="3854" y="9002"/>
                          </a:lnTo>
                          <a:lnTo>
                            <a:pt x="3854" y="8137"/>
                          </a:lnTo>
                          <a:lnTo>
                            <a:pt x="4595" y="7405"/>
                          </a:lnTo>
                          <a:lnTo>
                            <a:pt x="4604" y="7396"/>
                          </a:lnTo>
                          <a:lnTo>
                            <a:pt x="4604" y="7173"/>
                          </a:lnTo>
                          <a:cubicBezTo>
                            <a:pt x="4604" y="7173"/>
                            <a:pt x="4613" y="7173"/>
                            <a:pt x="4613" y="7164"/>
                          </a:cubicBezTo>
                          <a:cubicBezTo>
                            <a:pt x="4639" y="7155"/>
                            <a:pt x="4648" y="7120"/>
                            <a:pt x="4639" y="7093"/>
                          </a:cubicBezTo>
                          <a:cubicBezTo>
                            <a:pt x="4628" y="7076"/>
                            <a:pt x="4613" y="7066"/>
                            <a:pt x="4596" y="7066"/>
                          </a:cubicBezTo>
                          <a:cubicBezTo>
                            <a:pt x="4587" y="7066"/>
                            <a:pt x="4578" y="7069"/>
                            <a:pt x="4568" y="7075"/>
                          </a:cubicBezTo>
                          <a:cubicBezTo>
                            <a:pt x="4541" y="7084"/>
                            <a:pt x="4532" y="7120"/>
                            <a:pt x="4541" y="7147"/>
                          </a:cubicBezTo>
                          <a:cubicBezTo>
                            <a:pt x="4550" y="7164"/>
                            <a:pt x="4568" y="7173"/>
                            <a:pt x="4586" y="7173"/>
                          </a:cubicBezTo>
                          <a:lnTo>
                            <a:pt x="4586" y="7396"/>
                          </a:lnTo>
                          <a:lnTo>
                            <a:pt x="3837" y="8119"/>
                          </a:lnTo>
                          <a:lnTo>
                            <a:pt x="3837" y="8128"/>
                          </a:lnTo>
                          <a:lnTo>
                            <a:pt x="3837" y="9011"/>
                          </a:lnTo>
                          <a:cubicBezTo>
                            <a:pt x="3783" y="9029"/>
                            <a:pt x="3738" y="9082"/>
                            <a:pt x="3738" y="9154"/>
                          </a:cubicBezTo>
                          <a:lnTo>
                            <a:pt x="3738" y="9181"/>
                          </a:lnTo>
                          <a:lnTo>
                            <a:pt x="3346" y="9181"/>
                          </a:lnTo>
                          <a:lnTo>
                            <a:pt x="3132" y="8975"/>
                          </a:lnTo>
                          <a:lnTo>
                            <a:pt x="3132" y="7405"/>
                          </a:lnTo>
                          <a:lnTo>
                            <a:pt x="3774" y="6781"/>
                          </a:lnTo>
                          <a:lnTo>
                            <a:pt x="4167" y="6781"/>
                          </a:lnTo>
                          <a:lnTo>
                            <a:pt x="4167" y="6763"/>
                          </a:lnTo>
                          <a:lnTo>
                            <a:pt x="3765" y="6763"/>
                          </a:lnTo>
                          <a:lnTo>
                            <a:pt x="3123" y="7396"/>
                          </a:lnTo>
                          <a:lnTo>
                            <a:pt x="3114" y="7396"/>
                          </a:lnTo>
                          <a:lnTo>
                            <a:pt x="3114" y="8975"/>
                          </a:lnTo>
                          <a:lnTo>
                            <a:pt x="3337" y="9198"/>
                          </a:lnTo>
                          <a:lnTo>
                            <a:pt x="3738" y="9198"/>
                          </a:lnTo>
                          <a:lnTo>
                            <a:pt x="3738" y="9386"/>
                          </a:lnTo>
                          <a:lnTo>
                            <a:pt x="3221" y="9386"/>
                          </a:lnTo>
                          <a:lnTo>
                            <a:pt x="2891" y="9029"/>
                          </a:lnTo>
                          <a:lnTo>
                            <a:pt x="2891" y="7405"/>
                          </a:lnTo>
                          <a:lnTo>
                            <a:pt x="3774" y="6531"/>
                          </a:lnTo>
                          <a:lnTo>
                            <a:pt x="4140" y="6531"/>
                          </a:lnTo>
                          <a:lnTo>
                            <a:pt x="4140" y="6513"/>
                          </a:lnTo>
                          <a:lnTo>
                            <a:pt x="3765" y="6513"/>
                          </a:lnTo>
                          <a:lnTo>
                            <a:pt x="2873" y="7396"/>
                          </a:lnTo>
                          <a:lnTo>
                            <a:pt x="2873" y="9038"/>
                          </a:lnTo>
                          <a:lnTo>
                            <a:pt x="3212" y="9404"/>
                          </a:lnTo>
                          <a:lnTo>
                            <a:pt x="3738" y="9404"/>
                          </a:lnTo>
                          <a:lnTo>
                            <a:pt x="3738" y="9493"/>
                          </a:lnTo>
                          <a:lnTo>
                            <a:pt x="3096" y="9493"/>
                          </a:lnTo>
                          <a:lnTo>
                            <a:pt x="2730" y="9145"/>
                          </a:lnTo>
                          <a:lnTo>
                            <a:pt x="2730" y="8627"/>
                          </a:lnTo>
                          <a:lnTo>
                            <a:pt x="2489" y="8378"/>
                          </a:lnTo>
                          <a:lnTo>
                            <a:pt x="1838" y="8378"/>
                          </a:lnTo>
                          <a:lnTo>
                            <a:pt x="1838" y="8387"/>
                          </a:lnTo>
                          <a:cubicBezTo>
                            <a:pt x="1829" y="8342"/>
                            <a:pt x="1794" y="8315"/>
                            <a:pt x="1749" y="8315"/>
                          </a:cubicBezTo>
                          <a:lnTo>
                            <a:pt x="1490" y="8315"/>
                          </a:lnTo>
                          <a:lnTo>
                            <a:pt x="1490" y="7762"/>
                          </a:lnTo>
                          <a:lnTo>
                            <a:pt x="3212" y="6031"/>
                          </a:lnTo>
                          <a:lnTo>
                            <a:pt x="4140" y="6031"/>
                          </a:lnTo>
                          <a:lnTo>
                            <a:pt x="4140" y="6014"/>
                          </a:lnTo>
                          <a:lnTo>
                            <a:pt x="3203" y="6014"/>
                          </a:lnTo>
                          <a:lnTo>
                            <a:pt x="1472" y="7753"/>
                          </a:lnTo>
                          <a:lnTo>
                            <a:pt x="1472" y="8315"/>
                          </a:lnTo>
                          <a:lnTo>
                            <a:pt x="1446" y="8315"/>
                          </a:lnTo>
                          <a:cubicBezTo>
                            <a:pt x="1401" y="8315"/>
                            <a:pt x="1356" y="8342"/>
                            <a:pt x="1348" y="8387"/>
                          </a:cubicBezTo>
                          <a:lnTo>
                            <a:pt x="1348" y="8378"/>
                          </a:lnTo>
                          <a:lnTo>
                            <a:pt x="955" y="8378"/>
                          </a:lnTo>
                          <a:lnTo>
                            <a:pt x="759" y="8244"/>
                          </a:lnTo>
                          <a:lnTo>
                            <a:pt x="473" y="8244"/>
                          </a:lnTo>
                          <a:cubicBezTo>
                            <a:pt x="473" y="8199"/>
                            <a:pt x="482" y="8164"/>
                            <a:pt x="482" y="8119"/>
                          </a:cubicBezTo>
                          <a:lnTo>
                            <a:pt x="678" y="8119"/>
                          </a:lnTo>
                          <a:cubicBezTo>
                            <a:pt x="678" y="8128"/>
                            <a:pt x="678" y="8128"/>
                            <a:pt x="687" y="8137"/>
                          </a:cubicBezTo>
                          <a:cubicBezTo>
                            <a:pt x="693" y="8154"/>
                            <a:pt x="710" y="8164"/>
                            <a:pt x="729" y="8164"/>
                          </a:cubicBezTo>
                          <a:cubicBezTo>
                            <a:pt x="739" y="8164"/>
                            <a:pt x="749" y="8161"/>
                            <a:pt x="759" y="8155"/>
                          </a:cubicBezTo>
                          <a:cubicBezTo>
                            <a:pt x="786" y="8146"/>
                            <a:pt x="794" y="8110"/>
                            <a:pt x="777" y="8083"/>
                          </a:cubicBezTo>
                          <a:cubicBezTo>
                            <a:pt x="771" y="8066"/>
                            <a:pt x="754" y="8056"/>
                            <a:pt x="735" y="8056"/>
                          </a:cubicBezTo>
                          <a:cubicBezTo>
                            <a:pt x="725" y="8056"/>
                            <a:pt x="715" y="8059"/>
                            <a:pt x="705" y="8065"/>
                          </a:cubicBezTo>
                          <a:cubicBezTo>
                            <a:pt x="696" y="8074"/>
                            <a:pt x="687" y="8083"/>
                            <a:pt x="678" y="8101"/>
                          </a:cubicBezTo>
                          <a:lnTo>
                            <a:pt x="491" y="8101"/>
                          </a:lnTo>
                          <a:cubicBezTo>
                            <a:pt x="491" y="8083"/>
                            <a:pt x="491" y="8056"/>
                            <a:pt x="491" y="8039"/>
                          </a:cubicBezTo>
                          <a:cubicBezTo>
                            <a:pt x="500" y="8003"/>
                            <a:pt x="500" y="7976"/>
                            <a:pt x="500" y="7941"/>
                          </a:cubicBezTo>
                          <a:lnTo>
                            <a:pt x="830" y="7941"/>
                          </a:lnTo>
                          <a:cubicBezTo>
                            <a:pt x="830" y="7949"/>
                            <a:pt x="830" y="7958"/>
                            <a:pt x="830" y="7958"/>
                          </a:cubicBezTo>
                          <a:cubicBezTo>
                            <a:pt x="844" y="7978"/>
                            <a:pt x="867" y="7988"/>
                            <a:pt x="885" y="7988"/>
                          </a:cubicBezTo>
                          <a:cubicBezTo>
                            <a:pt x="891" y="7988"/>
                            <a:pt x="897" y="7987"/>
                            <a:pt x="902" y="7985"/>
                          </a:cubicBezTo>
                          <a:cubicBezTo>
                            <a:pt x="928" y="7967"/>
                            <a:pt x="946" y="7941"/>
                            <a:pt x="928" y="7914"/>
                          </a:cubicBezTo>
                          <a:cubicBezTo>
                            <a:pt x="922" y="7894"/>
                            <a:pt x="900" y="7884"/>
                            <a:pt x="878" y="7884"/>
                          </a:cubicBezTo>
                          <a:cubicBezTo>
                            <a:pt x="871" y="7884"/>
                            <a:pt x="864" y="7885"/>
                            <a:pt x="857" y="7887"/>
                          </a:cubicBezTo>
                          <a:cubicBezTo>
                            <a:pt x="839" y="7896"/>
                            <a:pt x="830" y="7914"/>
                            <a:pt x="830" y="7923"/>
                          </a:cubicBezTo>
                          <a:lnTo>
                            <a:pt x="509" y="7923"/>
                          </a:lnTo>
                          <a:cubicBezTo>
                            <a:pt x="509" y="7869"/>
                            <a:pt x="518" y="7816"/>
                            <a:pt x="518" y="7771"/>
                          </a:cubicBezTo>
                          <a:lnTo>
                            <a:pt x="964" y="7771"/>
                          </a:lnTo>
                          <a:cubicBezTo>
                            <a:pt x="964" y="7771"/>
                            <a:pt x="964" y="7780"/>
                            <a:pt x="964" y="7780"/>
                          </a:cubicBezTo>
                          <a:cubicBezTo>
                            <a:pt x="977" y="7800"/>
                            <a:pt x="996" y="7810"/>
                            <a:pt x="1015" y="7810"/>
                          </a:cubicBezTo>
                          <a:cubicBezTo>
                            <a:pt x="1022" y="7810"/>
                            <a:pt x="1029" y="7809"/>
                            <a:pt x="1035" y="7807"/>
                          </a:cubicBezTo>
                          <a:cubicBezTo>
                            <a:pt x="1062" y="7789"/>
                            <a:pt x="1071" y="7762"/>
                            <a:pt x="1062" y="7735"/>
                          </a:cubicBezTo>
                          <a:cubicBezTo>
                            <a:pt x="1049" y="7715"/>
                            <a:pt x="1030" y="7705"/>
                            <a:pt x="1011" y="7705"/>
                          </a:cubicBezTo>
                          <a:cubicBezTo>
                            <a:pt x="1004" y="7705"/>
                            <a:pt x="997" y="7706"/>
                            <a:pt x="991" y="7709"/>
                          </a:cubicBezTo>
                          <a:cubicBezTo>
                            <a:pt x="973" y="7717"/>
                            <a:pt x="964" y="7735"/>
                            <a:pt x="964" y="7753"/>
                          </a:cubicBezTo>
                          <a:lnTo>
                            <a:pt x="527" y="7753"/>
                          </a:lnTo>
                          <a:cubicBezTo>
                            <a:pt x="527" y="7700"/>
                            <a:pt x="536" y="7646"/>
                            <a:pt x="536" y="7593"/>
                          </a:cubicBezTo>
                          <a:lnTo>
                            <a:pt x="1107" y="7593"/>
                          </a:lnTo>
                          <a:cubicBezTo>
                            <a:pt x="1107" y="7602"/>
                            <a:pt x="1107" y="7610"/>
                            <a:pt x="1107" y="7610"/>
                          </a:cubicBezTo>
                          <a:cubicBezTo>
                            <a:pt x="1120" y="7631"/>
                            <a:pt x="1138" y="7641"/>
                            <a:pt x="1158" y="7641"/>
                          </a:cubicBezTo>
                          <a:cubicBezTo>
                            <a:pt x="1165" y="7641"/>
                            <a:pt x="1171" y="7639"/>
                            <a:pt x="1178" y="7637"/>
                          </a:cubicBezTo>
                          <a:cubicBezTo>
                            <a:pt x="1205" y="7619"/>
                            <a:pt x="1223" y="7593"/>
                            <a:pt x="1205" y="7566"/>
                          </a:cubicBezTo>
                          <a:cubicBezTo>
                            <a:pt x="1198" y="7547"/>
                            <a:pt x="1178" y="7532"/>
                            <a:pt x="1157" y="7532"/>
                          </a:cubicBezTo>
                          <a:cubicBezTo>
                            <a:pt x="1149" y="7532"/>
                            <a:pt x="1141" y="7534"/>
                            <a:pt x="1133" y="7539"/>
                          </a:cubicBezTo>
                          <a:cubicBezTo>
                            <a:pt x="1116" y="7548"/>
                            <a:pt x="1107" y="7566"/>
                            <a:pt x="1107" y="7575"/>
                          </a:cubicBezTo>
                          <a:lnTo>
                            <a:pt x="536" y="7575"/>
                          </a:lnTo>
                          <a:cubicBezTo>
                            <a:pt x="536" y="7539"/>
                            <a:pt x="536" y="7503"/>
                            <a:pt x="536" y="7468"/>
                          </a:cubicBezTo>
                          <a:lnTo>
                            <a:pt x="1330" y="7468"/>
                          </a:lnTo>
                          <a:lnTo>
                            <a:pt x="2507" y="6290"/>
                          </a:lnTo>
                          <a:cubicBezTo>
                            <a:pt x="2516" y="6299"/>
                            <a:pt x="2534" y="6308"/>
                            <a:pt x="2543" y="6308"/>
                          </a:cubicBezTo>
                          <a:cubicBezTo>
                            <a:pt x="2579" y="6308"/>
                            <a:pt x="2597" y="6281"/>
                            <a:pt x="2597" y="6254"/>
                          </a:cubicBezTo>
                          <a:cubicBezTo>
                            <a:pt x="2597" y="6228"/>
                            <a:pt x="2579" y="6201"/>
                            <a:pt x="2543" y="6201"/>
                          </a:cubicBezTo>
                          <a:cubicBezTo>
                            <a:pt x="2516" y="6201"/>
                            <a:pt x="2489" y="6228"/>
                            <a:pt x="2489" y="6254"/>
                          </a:cubicBezTo>
                          <a:cubicBezTo>
                            <a:pt x="2489" y="6263"/>
                            <a:pt x="2498" y="6272"/>
                            <a:pt x="2498" y="6281"/>
                          </a:cubicBezTo>
                          <a:lnTo>
                            <a:pt x="1321" y="7450"/>
                          </a:lnTo>
                          <a:lnTo>
                            <a:pt x="536" y="7450"/>
                          </a:lnTo>
                          <a:cubicBezTo>
                            <a:pt x="536" y="7396"/>
                            <a:pt x="536" y="7343"/>
                            <a:pt x="527" y="7289"/>
                          </a:cubicBezTo>
                          <a:cubicBezTo>
                            <a:pt x="518" y="7280"/>
                            <a:pt x="518" y="7271"/>
                            <a:pt x="518" y="7254"/>
                          </a:cubicBezTo>
                          <a:lnTo>
                            <a:pt x="1205" y="7254"/>
                          </a:lnTo>
                          <a:lnTo>
                            <a:pt x="2177" y="6290"/>
                          </a:lnTo>
                          <a:cubicBezTo>
                            <a:pt x="2186" y="6299"/>
                            <a:pt x="2195" y="6308"/>
                            <a:pt x="2213" y="6308"/>
                          </a:cubicBezTo>
                          <a:cubicBezTo>
                            <a:pt x="2240" y="6308"/>
                            <a:pt x="2266" y="6281"/>
                            <a:pt x="2266" y="6254"/>
                          </a:cubicBezTo>
                          <a:cubicBezTo>
                            <a:pt x="2266" y="6228"/>
                            <a:pt x="2240" y="6201"/>
                            <a:pt x="2213" y="6201"/>
                          </a:cubicBezTo>
                          <a:cubicBezTo>
                            <a:pt x="2186" y="6201"/>
                            <a:pt x="2159" y="6228"/>
                            <a:pt x="2159" y="6254"/>
                          </a:cubicBezTo>
                          <a:cubicBezTo>
                            <a:pt x="2159" y="6263"/>
                            <a:pt x="2159" y="6272"/>
                            <a:pt x="2168" y="6281"/>
                          </a:cubicBezTo>
                          <a:lnTo>
                            <a:pt x="1196" y="7236"/>
                          </a:lnTo>
                          <a:lnTo>
                            <a:pt x="509" y="7236"/>
                          </a:lnTo>
                          <a:cubicBezTo>
                            <a:pt x="500" y="7191"/>
                            <a:pt x="482" y="7129"/>
                            <a:pt x="464" y="7075"/>
                          </a:cubicBezTo>
                          <a:lnTo>
                            <a:pt x="1053" y="7075"/>
                          </a:lnTo>
                          <a:lnTo>
                            <a:pt x="1811" y="6290"/>
                          </a:lnTo>
                          <a:cubicBezTo>
                            <a:pt x="1822" y="6301"/>
                            <a:pt x="1832" y="6305"/>
                            <a:pt x="1843" y="6305"/>
                          </a:cubicBezTo>
                          <a:cubicBezTo>
                            <a:pt x="1850" y="6305"/>
                            <a:pt x="1858" y="6303"/>
                            <a:pt x="1865" y="6299"/>
                          </a:cubicBezTo>
                          <a:cubicBezTo>
                            <a:pt x="1892" y="6290"/>
                            <a:pt x="1910" y="6254"/>
                            <a:pt x="1892" y="6228"/>
                          </a:cubicBezTo>
                          <a:cubicBezTo>
                            <a:pt x="1886" y="6210"/>
                            <a:pt x="1869" y="6201"/>
                            <a:pt x="1851" y="6201"/>
                          </a:cubicBezTo>
                          <a:cubicBezTo>
                            <a:pt x="1840" y="6201"/>
                            <a:pt x="1830" y="6204"/>
                            <a:pt x="1820" y="6210"/>
                          </a:cubicBezTo>
                          <a:cubicBezTo>
                            <a:pt x="1794" y="6219"/>
                            <a:pt x="1785" y="6254"/>
                            <a:pt x="1794" y="6281"/>
                          </a:cubicBezTo>
                          <a:lnTo>
                            <a:pt x="1044" y="7048"/>
                          </a:lnTo>
                          <a:lnTo>
                            <a:pt x="464" y="7048"/>
                          </a:lnTo>
                          <a:cubicBezTo>
                            <a:pt x="447" y="6995"/>
                            <a:pt x="420" y="6941"/>
                            <a:pt x="402" y="6879"/>
                          </a:cubicBezTo>
                          <a:lnTo>
                            <a:pt x="955" y="6879"/>
                          </a:lnTo>
                          <a:lnTo>
                            <a:pt x="1847" y="5960"/>
                          </a:lnTo>
                          <a:lnTo>
                            <a:pt x="1856" y="5951"/>
                          </a:lnTo>
                          <a:lnTo>
                            <a:pt x="1847" y="5576"/>
                          </a:lnTo>
                          <a:lnTo>
                            <a:pt x="1838" y="5576"/>
                          </a:lnTo>
                          <a:cubicBezTo>
                            <a:pt x="1927" y="5576"/>
                            <a:pt x="2008" y="5523"/>
                            <a:pt x="2034" y="5452"/>
                          </a:cubicBezTo>
                          <a:lnTo>
                            <a:pt x="2034" y="5460"/>
                          </a:lnTo>
                          <a:lnTo>
                            <a:pt x="2481" y="5460"/>
                          </a:lnTo>
                          <a:lnTo>
                            <a:pt x="2837" y="5791"/>
                          </a:lnTo>
                          <a:cubicBezTo>
                            <a:pt x="2828" y="5799"/>
                            <a:pt x="2820" y="5808"/>
                            <a:pt x="2820" y="5826"/>
                          </a:cubicBezTo>
                          <a:cubicBezTo>
                            <a:pt x="2820" y="5853"/>
                            <a:pt x="2846" y="5880"/>
                            <a:pt x="2873" y="5880"/>
                          </a:cubicBezTo>
                          <a:cubicBezTo>
                            <a:pt x="2909" y="5880"/>
                            <a:pt x="2927" y="5853"/>
                            <a:pt x="2927" y="5826"/>
                          </a:cubicBezTo>
                          <a:cubicBezTo>
                            <a:pt x="2927" y="5791"/>
                            <a:pt x="2909" y="5773"/>
                            <a:pt x="2873" y="5773"/>
                          </a:cubicBezTo>
                          <a:cubicBezTo>
                            <a:pt x="2864" y="5773"/>
                            <a:pt x="2855" y="5773"/>
                            <a:pt x="2846" y="5782"/>
                          </a:cubicBezTo>
                          <a:lnTo>
                            <a:pt x="2489" y="5443"/>
                          </a:lnTo>
                          <a:lnTo>
                            <a:pt x="2043" y="5443"/>
                          </a:lnTo>
                          <a:cubicBezTo>
                            <a:pt x="2052" y="5416"/>
                            <a:pt x="2061" y="5389"/>
                            <a:pt x="2061" y="5362"/>
                          </a:cubicBezTo>
                          <a:lnTo>
                            <a:pt x="2061" y="5237"/>
                          </a:lnTo>
                          <a:lnTo>
                            <a:pt x="2498" y="5237"/>
                          </a:lnTo>
                          <a:lnTo>
                            <a:pt x="2739" y="5460"/>
                          </a:lnTo>
                          <a:cubicBezTo>
                            <a:pt x="2739" y="5469"/>
                            <a:pt x="2730" y="5478"/>
                            <a:pt x="2730" y="5487"/>
                          </a:cubicBezTo>
                          <a:cubicBezTo>
                            <a:pt x="2730" y="5523"/>
                            <a:pt x="2757" y="5541"/>
                            <a:pt x="2784" y="5541"/>
                          </a:cubicBezTo>
                          <a:cubicBezTo>
                            <a:pt x="2820" y="5541"/>
                            <a:pt x="2837" y="5523"/>
                            <a:pt x="2837" y="5487"/>
                          </a:cubicBezTo>
                          <a:cubicBezTo>
                            <a:pt x="2837" y="5460"/>
                            <a:pt x="2820" y="5434"/>
                            <a:pt x="2784" y="5434"/>
                          </a:cubicBezTo>
                          <a:cubicBezTo>
                            <a:pt x="2775" y="5434"/>
                            <a:pt x="2766" y="5443"/>
                            <a:pt x="2757" y="5452"/>
                          </a:cubicBezTo>
                          <a:lnTo>
                            <a:pt x="2507" y="5220"/>
                          </a:lnTo>
                          <a:lnTo>
                            <a:pt x="2061" y="5220"/>
                          </a:lnTo>
                          <a:lnTo>
                            <a:pt x="2061" y="4997"/>
                          </a:lnTo>
                          <a:lnTo>
                            <a:pt x="2605" y="4997"/>
                          </a:lnTo>
                          <a:lnTo>
                            <a:pt x="3373" y="5773"/>
                          </a:lnTo>
                          <a:lnTo>
                            <a:pt x="4140" y="5773"/>
                          </a:lnTo>
                          <a:lnTo>
                            <a:pt x="4140" y="5755"/>
                          </a:lnTo>
                          <a:lnTo>
                            <a:pt x="3382" y="5755"/>
                          </a:lnTo>
                          <a:lnTo>
                            <a:pt x="2614" y="4988"/>
                          </a:lnTo>
                          <a:lnTo>
                            <a:pt x="2605" y="4979"/>
                          </a:lnTo>
                          <a:lnTo>
                            <a:pt x="2061" y="4979"/>
                          </a:lnTo>
                          <a:lnTo>
                            <a:pt x="2061" y="4702"/>
                          </a:lnTo>
                          <a:lnTo>
                            <a:pt x="2597" y="4702"/>
                          </a:lnTo>
                          <a:lnTo>
                            <a:pt x="3426" y="5532"/>
                          </a:lnTo>
                          <a:lnTo>
                            <a:pt x="3426" y="5541"/>
                          </a:lnTo>
                          <a:lnTo>
                            <a:pt x="4140" y="5541"/>
                          </a:lnTo>
                          <a:lnTo>
                            <a:pt x="4140" y="5523"/>
                          </a:lnTo>
                          <a:lnTo>
                            <a:pt x="3435" y="5523"/>
                          </a:lnTo>
                          <a:lnTo>
                            <a:pt x="2605" y="4684"/>
                          </a:lnTo>
                          <a:lnTo>
                            <a:pt x="2061" y="4684"/>
                          </a:lnTo>
                          <a:lnTo>
                            <a:pt x="2061" y="4693"/>
                          </a:lnTo>
                          <a:cubicBezTo>
                            <a:pt x="2061" y="4568"/>
                            <a:pt x="1963" y="4470"/>
                            <a:pt x="1838" y="4470"/>
                          </a:cubicBezTo>
                          <a:lnTo>
                            <a:pt x="1642" y="4470"/>
                          </a:lnTo>
                          <a:lnTo>
                            <a:pt x="1642" y="3953"/>
                          </a:lnTo>
                          <a:lnTo>
                            <a:pt x="1954" y="3658"/>
                          </a:lnTo>
                          <a:lnTo>
                            <a:pt x="2811" y="3658"/>
                          </a:lnTo>
                          <a:lnTo>
                            <a:pt x="3622" y="2811"/>
                          </a:lnTo>
                          <a:lnTo>
                            <a:pt x="3622" y="2053"/>
                          </a:lnTo>
                          <a:lnTo>
                            <a:pt x="3605" y="2053"/>
                          </a:lnTo>
                          <a:lnTo>
                            <a:pt x="3605" y="2802"/>
                          </a:lnTo>
                          <a:lnTo>
                            <a:pt x="2802" y="3641"/>
                          </a:lnTo>
                          <a:lnTo>
                            <a:pt x="1945" y="3641"/>
                          </a:lnTo>
                          <a:lnTo>
                            <a:pt x="1633" y="3935"/>
                          </a:lnTo>
                          <a:lnTo>
                            <a:pt x="1624" y="3944"/>
                          </a:lnTo>
                          <a:lnTo>
                            <a:pt x="1624" y="4470"/>
                          </a:lnTo>
                          <a:lnTo>
                            <a:pt x="1383" y="4470"/>
                          </a:lnTo>
                          <a:lnTo>
                            <a:pt x="1383" y="3605"/>
                          </a:lnTo>
                          <a:lnTo>
                            <a:pt x="794" y="3052"/>
                          </a:lnTo>
                          <a:cubicBezTo>
                            <a:pt x="812" y="3025"/>
                            <a:pt x="830" y="2998"/>
                            <a:pt x="857" y="2972"/>
                          </a:cubicBezTo>
                          <a:cubicBezTo>
                            <a:pt x="866" y="2945"/>
                            <a:pt x="884" y="2927"/>
                            <a:pt x="910" y="2909"/>
                          </a:cubicBezTo>
                          <a:lnTo>
                            <a:pt x="1196" y="2909"/>
                          </a:lnTo>
                          <a:lnTo>
                            <a:pt x="1490" y="3186"/>
                          </a:lnTo>
                          <a:cubicBezTo>
                            <a:pt x="1490" y="3195"/>
                            <a:pt x="1481" y="3212"/>
                            <a:pt x="1481" y="3221"/>
                          </a:cubicBezTo>
                          <a:cubicBezTo>
                            <a:pt x="1481" y="3248"/>
                            <a:pt x="1508" y="3275"/>
                            <a:pt x="1535" y="3275"/>
                          </a:cubicBezTo>
                          <a:cubicBezTo>
                            <a:pt x="1562" y="3275"/>
                            <a:pt x="1588" y="3248"/>
                            <a:pt x="1588" y="3221"/>
                          </a:cubicBezTo>
                          <a:cubicBezTo>
                            <a:pt x="1588" y="3195"/>
                            <a:pt x="1562" y="3168"/>
                            <a:pt x="1535" y="3168"/>
                          </a:cubicBezTo>
                          <a:cubicBezTo>
                            <a:pt x="1526" y="3168"/>
                            <a:pt x="1517" y="3177"/>
                            <a:pt x="1508" y="3177"/>
                          </a:cubicBezTo>
                          <a:lnTo>
                            <a:pt x="1205" y="2891"/>
                          </a:lnTo>
                          <a:lnTo>
                            <a:pt x="928" y="2891"/>
                          </a:lnTo>
                          <a:cubicBezTo>
                            <a:pt x="973" y="2838"/>
                            <a:pt x="1035" y="2784"/>
                            <a:pt x="1107" y="2731"/>
                          </a:cubicBezTo>
                          <a:lnTo>
                            <a:pt x="1374" y="2731"/>
                          </a:lnTo>
                          <a:lnTo>
                            <a:pt x="1695" y="3043"/>
                          </a:lnTo>
                          <a:cubicBezTo>
                            <a:pt x="1687" y="3052"/>
                            <a:pt x="1678" y="3061"/>
                            <a:pt x="1678" y="3070"/>
                          </a:cubicBezTo>
                          <a:cubicBezTo>
                            <a:pt x="1678" y="3105"/>
                            <a:pt x="1704" y="3123"/>
                            <a:pt x="1731" y="3123"/>
                          </a:cubicBezTo>
                          <a:cubicBezTo>
                            <a:pt x="1767" y="3123"/>
                            <a:pt x="1785" y="3105"/>
                            <a:pt x="1785" y="3070"/>
                          </a:cubicBezTo>
                          <a:cubicBezTo>
                            <a:pt x="1785" y="3043"/>
                            <a:pt x="1767" y="3016"/>
                            <a:pt x="1731" y="3016"/>
                          </a:cubicBezTo>
                          <a:cubicBezTo>
                            <a:pt x="1722" y="3016"/>
                            <a:pt x="1713" y="3025"/>
                            <a:pt x="1704" y="3025"/>
                          </a:cubicBezTo>
                          <a:lnTo>
                            <a:pt x="1383" y="2713"/>
                          </a:lnTo>
                          <a:lnTo>
                            <a:pt x="1125" y="2713"/>
                          </a:lnTo>
                          <a:cubicBezTo>
                            <a:pt x="1169" y="2677"/>
                            <a:pt x="1214" y="2641"/>
                            <a:pt x="1258" y="2615"/>
                          </a:cubicBezTo>
                          <a:lnTo>
                            <a:pt x="1580" y="2615"/>
                          </a:lnTo>
                          <a:lnTo>
                            <a:pt x="1865" y="2891"/>
                          </a:lnTo>
                          <a:cubicBezTo>
                            <a:pt x="1865" y="2900"/>
                            <a:pt x="1856" y="2909"/>
                            <a:pt x="1856" y="2927"/>
                          </a:cubicBezTo>
                          <a:cubicBezTo>
                            <a:pt x="1856" y="2954"/>
                            <a:pt x="1883" y="2980"/>
                            <a:pt x="1910" y="2980"/>
                          </a:cubicBezTo>
                          <a:cubicBezTo>
                            <a:pt x="1945" y="2980"/>
                            <a:pt x="1963" y="2954"/>
                            <a:pt x="1963" y="2927"/>
                          </a:cubicBezTo>
                          <a:cubicBezTo>
                            <a:pt x="1963" y="2891"/>
                            <a:pt x="1945" y="2873"/>
                            <a:pt x="1910" y="2873"/>
                          </a:cubicBezTo>
                          <a:cubicBezTo>
                            <a:pt x="1901" y="2873"/>
                            <a:pt x="1892" y="2873"/>
                            <a:pt x="1883" y="2882"/>
                          </a:cubicBezTo>
                          <a:lnTo>
                            <a:pt x="1588" y="2588"/>
                          </a:lnTo>
                          <a:lnTo>
                            <a:pt x="1285" y="2588"/>
                          </a:lnTo>
                          <a:cubicBezTo>
                            <a:pt x="1356" y="2534"/>
                            <a:pt x="1437" y="2481"/>
                            <a:pt x="1508" y="2427"/>
                          </a:cubicBezTo>
                          <a:lnTo>
                            <a:pt x="2097" y="2427"/>
                          </a:lnTo>
                          <a:lnTo>
                            <a:pt x="2266" y="2311"/>
                          </a:lnTo>
                          <a:lnTo>
                            <a:pt x="2614" y="2311"/>
                          </a:lnTo>
                          <a:cubicBezTo>
                            <a:pt x="2614" y="2338"/>
                            <a:pt x="2632" y="2356"/>
                            <a:pt x="2659" y="2356"/>
                          </a:cubicBezTo>
                          <a:cubicBezTo>
                            <a:pt x="2695" y="2356"/>
                            <a:pt x="2712" y="2329"/>
                            <a:pt x="2712" y="2302"/>
                          </a:cubicBezTo>
                          <a:cubicBezTo>
                            <a:pt x="2712" y="2267"/>
                            <a:pt x="2695" y="2249"/>
                            <a:pt x="2659" y="2249"/>
                          </a:cubicBezTo>
                          <a:cubicBezTo>
                            <a:pt x="2632" y="2249"/>
                            <a:pt x="2614" y="2267"/>
                            <a:pt x="2614" y="2294"/>
                          </a:cubicBezTo>
                          <a:lnTo>
                            <a:pt x="2258" y="2294"/>
                          </a:lnTo>
                          <a:lnTo>
                            <a:pt x="2097" y="2409"/>
                          </a:lnTo>
                          <a:lnTo>
                            <a:pt x="1535" y="2409"/>
                          </a:lnTo>
                          <a:cubicBezTo>
                            <a:pt x="1642" y="2338"/>
                            <a:pt x="1740" y="2267"/>
                            <a:pt x="1811" y="2222"/>
                          </a:cubicBezTo>
                          <a:lnTo>
                            <a:pt x="2757" y="2222"/>
                          </a:lnTo>
                          <a:cubicBezTo>
                            <a:pt x="2766" y="2249"/>
                            <a:pt x="2784" y="2267"/>
                            <a:pt x="2820" y="2267"/>
                          </a:cubicBezTo>
                          <a:cubicBezTo>
                            <a:pt x="2855" y="2267"/>
                            <a:pt x="2882" y="2240"/>
                            <a:pt x="2882" y="2213"/>
                          </a:cubicBezTo>
                          <a:cubicBezTo>
                            <a:pt x="2882" y="2178"/>
                            <a:pt x="2855" y="2151"/>
                            <a:pt x="2820" y="2151"/>
                          </a:cubicBezTo>
                          <a:cubicBezTo>
                            <a:pt x="2784" y="2151"/>
                            <a:pt x="2766" y="2169"/>
                            <a:pt x="2757" y="2204"/>
                          </a:cubicBezTo>
                          <a:lnTo>
                            <a:pt x="1838" y="2204"/>
                          </a:lnTo>
                          <a:cubicBezTo>
                            <a:pt x="1892" y="2160"/>
                            <a:pt x="1927" y="2142"/>
                            <a:pt x="1936" y="2142"/>
                          </a:cubicBezTo>
                          <a:cubicBezTo>
                            <a:pt x="1936" y="2133"/>
                            <a:pt x="1963" y="2115"/>
                            <a:pt x="1990" y="2088"/>
                          </a:cubicBezTo>
                          <a:lnTo>
                            <a:pt x="3078" y="2088"/>
                          </a:lnTo>
                          <a:lnTo>
                            <a:pt x="3248" y="1946"/>
                          </a:lnTo>
                          <a:lnTo>
                            <a:pt x="3506" y="1946"/>
                          </a:lnTo>
                          <a:lnTo>
                            <a:pt x="3506" y="1928"/>
                          </a:lnTo>
                          <a:lnTo>
                            <a:pt x="3239" y="1928"/>
                          </a:lnTo>
                          <a:lnTo>
                            <a:pt x="3069" y="2070"/>
                          </a:lnTo>
                          <a:lnTo>
                            <a:pt x="2017" y="2070"/>
                          </a:lnTo>
                          <a:cubicBezTo>
                            <a:pt x="2061" y="2035"/>
                            <a:pt x="2115" y="1981"/>
                            <a:pt x="2133" y="1955"/>
                          </a:cubicBezTo>
                          <a:cubicBezTo>
                            <a:pt x="2159" y="1910"/>
                            <a:pt x="2186" y="1865"/>
                            <a:pt x="2204" y="1821"/>
                          </a:cubicBezTo>
                          <a:close/>
                          <a:moveTo>
                            <a:pt x="1348" y="8708"/>
                          </a:moveTo>
                          <a:cubicBezTo>
                            <a:pt x="1348" y="8752"/>
                            <a:pt x="1374" y="8788"/>
                            <a:pt x="1401" y="8797"/>
                          </a:cubicBezTo>
                          <a:lnTo>
                            <a:pt x="1392" y="8797"/>
                          </a:lnTo>
                          <a:lnTo>
                            <a:pt x="1392" y="9056"/>
                          </a:lnTo>
                          <a:lnTo>
                            <a:pt x="1178" y="9279"/>
                          </a:lnTo>
                          <a:lnTo>
                            <a:pt x="1178" y="9983"/>
                          </a:lnTo>
                          <a:cubicBezTo>
                            <a:pt x="857" y="9644"/>
                            <a:pt x="607" y="9279"/>
                            <a:pt x="500" y="8993"/>
                          </a:cubicBezTo>
                          <a:cubicBezTo>
                            <a:pt x="482" y="8949"/>
                            <a:pt x="473" y="8895"/>
                            <a:pt x="464" y="8842"/>
                          </a:cubicBezTo>
                          <a:lnTo>
                            <a:pt x="803" y="8842"/>
                          </a:lnTo>
                          <a:lnTo>
                            <a:pt x="955" y="8708"/>
                          </a:lnTo>
                          <a:close/>
                          <a:moveTo>
                            <a:pt x="1490" y="8806"/>
                          </a:moveTo>
                          <a:lnTo>
                            <a:pt x="1490" y="9091"/>
                          </a:lnTo>
                          <a:lnTo>
                            <a:pt x="1267" y="9305"/>
                          </a:lnTo>
                          <a:lnTo>
                            <a:pt x="1267" y="10090"/>
                          </a:lnTo>
                          <a:cubicBezTo>
                            <a:pt x="1241" y="10064"/>
                            <a:pt x="1214" y="10037"/>
                            <a:pt x="1196" y="10010"/>
                          </a:cubicBezTo>
                          <a:lnTo>
                            <a:pt x="1196" y="9279"/>
                          </a:lnTo>
                          <a:lnTo>
                            <a:pt x="1410" y="9056"/>
                          </a:lnTo>
                          <a:lnTo>
                            <a:pt x="1410" y="8806"/>
                          </a:lnTo>
                          <a:close/>
                          <a:moveTo>
                            <a:pt x="1633" y="8806"/>
                          </a:moveTo>
                          <a:lnTo>
                            <a:pt x="1633" y="9073"/>
                          </a:lnTo>
                          <a:lnTo>
                            <a:pt x="1901" y="9350"/>
                          </a:lnTo>
                          <a:lnTo>
                            <a:pt x="1901" y="10670"/>
                          </a:lnTo>
                          <a:cubicBezTo>
                            <a:pt x="1856" y="10635"/>
                            <a:pt x="1811" y="10599"/>
                            <a:pt x="1767" y="10563"/>
                          </a:cubicBezTo>
                          <a:lnTo>
                            <a:pt x="1767" y="9680"/>
                          </a:lnTo>
                          <a:lnTo>
                            <a:pt x="1785" y="9680"/>
                          </a:lnTo>
                          <a:cubicBezTo>
                            <a:pt x="1803" y="9662"/>
                            <a:pt x="1820" y="9636"/>
                            <a:pt x="1803" y="9609"/>
                          </a:cubicBezTo>
                          <a:cubicBezTo>
                            <a:pt x="1796" y="9589"/>
                            <a:pt x="1776" y="9575"/>
                            <a:pt x="1755" y="9575"/>
                          </a:cubicBezTo>
                          <a:cubicBezTo>
                            <a:pt x="1747" y="9575"/>
                            <a:pt x="1739" y="9577"/>
                            <a:pt x="1731" y="9582"/>
                          </a:cubicBezTo>
                          <a:cubicBezTo>
                            <a:pt x="1704" y="9591"/>
                            <a:pt x="1695" y="9627"/>
                            <a:pt x="1704" y="9653"/>
                          </a:cubicBezTo>
                          <a:cubicBezTo>
                            <a:pt x="1713" y="9671"/>
                            <a:pt x="1731" y="9680"/>
                            <a:pt x="1749" y="9680"/>
                          </a:cubicBezTo>
                          <a:lnTo>
                            <a:pt x="1749" y="10545"/>
                          </a:lnTo>
                          <a:cubicBezTo>
                            <a:pt x="1695" y="10501"/>
                            <a:pt x="1642" y="10447"/>
                            <a:pt x="1588" y="10403"/>
                          </a:cubicBezTo>
                          <a:lnTo>
                            <a:pt x="1588" y="9484"/>
                          </a:lnTo>
                          <a:lnTo>
                            <a:pt x="1606" y="9484"/>
                          </a:lnTo>
                          <a:cubicBezTo>
                            <a:pt x="1633" y="9466"/>
                            <a:pt x="1642" y="9439"/>
                            <a:pt x="1624" y="9412"/>
                          </a:cubicBezTo>
                          <a:cubicBezTo>
                            <a:pt x="1617" y="9392"/>
                            <a:pt x="1596" y="9382"/>
                            <a:pt x="1574" y="9382"/>
                          </a:cubicBezTo>
                          <a:cubicBezTo>
                            <a:pt x="1567" y="9382"/>
                            <a:pt x="1559" y="9383"/>
                            <a:pt x="1553" y="9386"/>
                          </a:cubicBezTo>
                          <a:cubicBezTo>
                            <a:pt x="1526" y="9404"/>
                            <a:pt x="1517" y="9430"/>
                            <a:pt x="1526" y="9457"/>
                          </a:cubicBezTo>
                          <a:cubicBezTo>
                            <a:pt x="1535" y="9475"/>
                            <a:pt x="1553" y="9484"/>
                            <a:pt x="1571" y="9484"/>
                          </a:cubicBezTo>
                          <a:lnTo>
                            <a:pt x="1571" y="10385"/>
                          </a:lnTo>
                          <a:cubicBezTo>
                            <a:pt x="1526" y="10349"/>
                            <a:pt x="1481" y="10305"/>
                            <a:pt x="1437" y="10260"/>
                          </a:cubicBezTo>
                          <a:lnTo>
                            <a:pt x="1437" y="9377"/>
                          </a:lnTo>
                          <a:lnTo>
                            <a:pt x="1455" y="9377"/>
                          </a:lnTo>
                          <a:cubicBezTo>
                            <a:pt x="1481" y="9359"/>
                            <a:pt x="1490" y="9332"/>
                            <a:pt x="1472" y="9305"/>
                          </a:cubicBezTo>
                          <a:cubicBezTo>
                            <a:pt x="1466" y="9285"/>
                            <a:pt x="1444" y="9275"/>
                            <a:pt x="1422" y="9275"/>
                          </a:cubicBezTo>
                          <a:cubicBezTo>
                            <a:pt x="1415" y="9275"/>
                            <a:pt x="1408" y="9276"/>
                            <a:pt x="1401" y="9279"/>
                          </a:cubicBezTo>
                          <a:cubicBezTo>
                            <a:pt x="1374" y="9297"/>
                            <a:pt x="1365" y="9323"/>
                            <a:pt x="1383" y="9350"/>
                          </a:cubicBezTo>
                          <a:cubicBezTo>
                            <a:pt x="1392" y="9368"/>
                            <a:pt x="1401" y="9377"/>
                            <a:pt x="1419" y="9377"/>
                          </a:cubicBezTo>
                          <a:lnTo>
                            <a:pt x="1419" y="10242"/>
                          </a:lnTo>
                          <a:cubicBezTo>
                            <a:pt x="1374" y="10198"/>
                            <a:pt x="1330" y="10153"/>
                            <a:pt x="1285" y="10108"/>
                          </a:cubicBezTo>
                          <a:lnTo>
                            <a:pt x="1285" y="9314"/>
                          </a:lnTo>
                          <a:lnTo>
                            <a:pt x="1508" y="9091"/>
                          </a:lnTo>
                          <a:lnTo>
                            <a:pt x="1508" y="8806"/>
                          </a:lnTo>
                          <a:close/>
                          <a:moveTo>
                            <a:pt x="1829" y="8770"/>
                          </a:moveTo>
                          <a:lnTo>
                            <a:pt x="1829" y="8779"/>
                          </a:lnTo>
                          <a:lnTo>
                            <a:pt x="2186" y="8779"/>
                          </a:lnTo>
                          <a:lnTo>
                            <a:pt x="2266" y="8859"/>
                          </a:lnTo>
                          <a:lnTo>
                            <a:pt x="2266" y="10929"/>
                          </a:lnTo>
                          <a:cubicBezTo>
                            <a:pt x="2186" y="10876"/>
                            <a:pt x="2106" y="10822"/>
                            <a:pt x="2026" y="10760"/>
                          </a:cubicBezTo>
                          <a:lnTo>
                            <a:pt x="2026" y="9323"/>
                          </a:lnTo>
                          <a:lnTo>
                            <a:pt x="1767" y="9065"/>
                          </a:lnTo>
                          <a:lnTo>
                            <a:pt x="1767" y="8806"/>
                          </a:lnTo>
                          <a:lnTo>
                            <a:pt x="1749" y="8806"/>
                          </a:lnTo>
                          <a:lnTo>
                            <a:pt x="1749" y="9073"/>
                          </a:lnTo>
                          <a:lnTo>
                            <a:pt x="2008" y="9332"/>
                          </a:lnTo>
                          <a:lnTo>
                            <a:pt x="2008" y="10751"/>
                          </a:lnTo>
                          <a:cubicBezTo>
                            <a:pt x="1972" y="10724"/>
                            <a:pt x="1945" y="10706"/>
                            <a:pt x="1919" y="10679"/>
                          </a:cubicBezTo>
                          <a:lnTo>
                            <a:pt x="1919" y="9341"/>
                          </a:lnTo>
                          <a:lnTo>
                            <a:pt x="1651" y="9065"/>
                          </a:lnTo>
                          <a:lnTo>
                            <a:pt x="1651" y="8806"/>
                          </a:lnTo>
                          <a:lnTo>
                            <a:pt x="1749" y="8806"/>
                          </a:lnTo>
                          <a:cubicBezTo>
                            <a:pt x="1785" y="8806"/>
                            <a:pt x="1811" y="8788"/>
                            <a:pt x="1829" y="8770"/>
                          </a:cubicBezTo>
                          <a:close/>
                          <a:moveTo>
                            <a:pt x="2266" y="8627"/>
                          </a:moveTo>
                          <a:lnTo>
                            <a:pt x="2391" y="8752"/>
                          </a:lnTo>
                          <a:lnTo>
                            <a:pt x="2391" y="10991"/>
                          </a:lnTo>
                          <a:cubicBezTo>
                            <a:pt x="2356" y="10974"/>
                            <a:pt x="2320" y="10956"/>
                            <a:pt x="2284" y="10938"/>
                          </a:cubicBezTo>
                          <a:lnTo>
                            <a:pt x="2284" y="8850"/>
                          </a:lnTo>
                          <a:lnTo>
                            <a:pt x="2195" y="8761"/>
                          </a:lnTo>
                          <a:lnTo>
                            <a:pt x="1829" y="8761"/>
                          </a:lnTo>
                          <a:cubicBezTo>
                            <a:pt x="1838" y="8743"/>
                            <a:pt x="1847" y="8726"/>
                            <a:pt x="1847" y="8708"/>
                          </a:cubicBezTo>
                          <a:lnTo>
                            <a:pt x="1847" y="8627"/>
                          </a:lnTo>
                          <a:close/>
                          <a:moveTo>
                            <a:pt x="4970" y="8547"/>
                          </a:moveTo>
                          <a:lnTo>
                            <a:pt x="4970" y="10492"/>
                          </a:lnTo>
                          <a:cubicBezTo>
                            <a:pt x="4952" y="10572"/>
                            <a:pt x="4880" y="10786"/>
                            <a:pt x="4827" y="10840"/>
                          </a:cubicBezTo>
                          <a:cubicBezTo>
                            <a:pt x="4764" y="10893"/>
                            <a:pt x="4675" y="10947"/>
                            <a:pt x="4568" y="10991"/>
                          </a:cubicBezTo>
                          <a:lnTo>
                            <a:pt x="4568" y="10260"/>
                          </a:lnTo>
                          <a:lnTo>
                            <a:pt x="4399" y="10073"/>
                          </a:lnTo>
                          <a:lnTo>
                            <a:pt x="4399" y="9796"/>
                          </a:lnTo>
                          <a:lnTo>
                            <a:pt x="4381" y="9796"/>
                          </a:lnTo>
                          <a:lnTo>
                            <a:pt x="4381" y="10073"/>
                          </a:lnTo>
                          <a:lnTo>
                            <a:pt x="4550" y="10269"/>
                          </a:lnTo>
                          <a:lnTo>
                            <a:pt x="4550" y="11000"/>
                          </a:lnTo>
                          <a:cubicBezTo>
                            <a:pt x="4461" y="11036"/>
                            <a:pt x="4354" y="11063"/>
                            <a:pt x="4238" y="11099"/>
                          </a:cubicBezTo>
                          <a:lnTo>
                            <a:pt x="4238" y="9796"/>
                          </a:lnTo>
                          <a:lnTo>
                            <a:pt x="4381" y="9796"/>
                          </a:lnTo>
                          <a:cubicBezTo>
                            <a:pt x="4461" y="9796"/>
                            <a:pt x="4532" y="9725"/>
                            <a:pt x="4532" y="9636"/>
                          </a:cubicBezTo>
                          <a:lnTo>
                            <a:pt x="4532" y="9154"/>
                          </a:lnTo>
                          <a:cubicBezTo>
                            <a:pt x="4532" y="9091"/>
                            <a:pt x="4497" y="9029"/>
                            <a:pt x="4434" y="9011"/>
                          </a:cubicBezTo>
                          <a:lnTo>
                            <a:pt x="4443" y="9011"/>
                          </a:lnTo>
                          <a:lnTo>
                            <a:pt x="4443" y="8770"/>
                          </a:lnTo>
                          <a:lnTo>
                            <a:pt x="4693" y="8547"/>
                          </a:lnTo>
                          <a:close/>
                          <a:moveTo>
                            <a:pt x="2481" y="8395"/>
                          </a:moveTo>
                          <a:lnTo>
                            <a:pt x="2712" y="8627"/>
                          </a:lnTo>
                          <a:lnTo>
                            <a:pt x="2712" y="9154"/>
                          </a:lnTo>
                          <a:lnTo>
                            <a:pt x="3087" y="9511"/>
                          </a:lnTo>
                          <a:lnTo>
                            <a:pt x="3738" y="9511"/>
                          </a:lnTo>
                          <a:lnTo>
                            <a:pt x="3738" y="9636"/>
                          </a:lnTo>
                          <a:cubicBezTo>
                            <a:pt x="3738" y="9725"/>
                            <a:pt x="3810" y="9796"/>
                            <a:pt x="3890" y="9796"/>
                          </a:cubicBezTo>
                          <a:lnTo>
                            <a:pt x="3899" y="9796"/>
                          </a:lnTo>
                          <a:lnTo>
                            <a:pt x="3899" y="10090"/>
                          </a:lnTo>
                          <a:lnTo>
                            <a:pt x="3266" y="10733"/>
                          </a:lnTo>
                          <a:lnTo>
                            <a:pt x="3257" y="10733"/>
                          </a:lnTo>
                          <a:lnTo>
                            <a:pt x="3257" y="11197"/>
                          </a:lnTo>
                          <a:cubicBezTo>
                            <a:pt x="3105" y="11197"/>
                            <a:pt x="2962" y="11179"/>
                            <a:pt x="2837" y="11161"/>
                          </a:cubicBezTo>
                          <a:lnTo>
                            <a:pt x="2837" y="10670"/>
                          </a:lnTo>
                          <a:lnTo>
                            <a:pt x="3257" y="10260"/>
                          </a:lnTo>
                          <a:cubicBezTo>
                            <a:pt x="3267" y="10270"/>
                            <a:pt x="3281" y="10275"/>
                            <a:pt x="3294" y="10275"/>
                          </a:cubicBezTo>
                          <a:cubicBezTo>
                            <a:pt x="3303" y="10275"/>
                            <a:pt x="3312" y="10273"/>
                            <a:pt x="3319" y="10269"/>
                          </a:cubicBezTo>
                          <a:cubicBezTo>
                            <a:pt x="3346" y="10251"/>
                            <a:pt x="3355" y="10224"/>
                            <a:pt x="3337" y="10198"/>
                          </a:cubicBezTo>
                          <a:cubicBezTo>
                            <a:pt x="3330" y="10177"/>
                            <a:pt x="3309" y="10167"/>
                            <a:pt x="3287" y="10167"/>
                          </a:cubicBezTo>
                          <a:cubicBezTo>
                            <a:pt x="3280" y="10167"/>
                            <a:pt x="3272" y="10169"/>
                            <a:pt x="3266" y="10171"/>
                          </a:cubicBezTo>
                          <a:cubicBezTo>
                            <a:pt x="3239" y="10189"/>
                            <a:pt x="3230" y="10215"/>
                            <a:pt x="3248" y="10242"/>
                          </a:cubicBezTo>
                          <a:cubicBezTo>
                            <a:pt x="3248" y="10242"/>
                            <a:pt x="3248" y="10251"/>
                            <a:pt x="3248" y="10251"/>
                          </a:cubicBezTo>
                          <a:lnTo>
                            <a:pt x="2820" y="10661"/>
                          </a:lnTo>
                          <a:lnTo>
                            <a:pt x="2820" y="11152"/>
                          </a:lnTo>
                          <a:cubicBezTo>
                            <a:pt x="2802" y="11152"/>
                            <a:pt x="2775" y="11143"/>
                            <a:pt x="2757" y="11143"/>
                          </a:cubicBezTo>
                          <a:cubicBezTo>
                            <a:pt x="2739" y="11134"/>
                            <a:pt x="2712" y="11134"/>
                            <a:pt x="2695" y="11125"/>
                          </a:cubicBezTo>
                          <a:lnTo>
                            <a:pt x="2695" y="10492"/>
                          </a:lnTo>
                          <a:lnTo>
                            <a:pt x="3096" y="10135"/>
                          </a:lnTo>
                          <a:cubicBezTo>
                            <a:pt x="3101" y="10140"/>
                            <a:pt x="3109" y="10142"/>
                            <a:pt x="3120" y="10142"/>
                          </a:cubicBezTo>
                          <a:cubicBezTo>
                            <a:pt x="3130" y="10142"/>
                            <a:pt x="3141" y="10140"/>
                            <a:pt x="3150" y="10135"/>
                          </a:cubicBezTo>
                          <a:cubicBezTo>
                            <a:pt x="3176" y="10126"/>
                            <a:pt x="3185" y="10090"/>
                            <a:pt x="3176" y="10064"/>
                          </a:cubicBezTo>
                          <a:cubicBezTo>
                            <a:pt x="3165" y="10046"/>
                            <a:pt x="3150" y="10037"/>
                            <a:pt x="3133" y="10037"/>
                          </a:cubicBezTo>
                          <a:cubicBezTo>
                            <a:pt x="3124" y="10037"/>
                            <a:pt x="3115" y="10040"/>
                            <a:pt x="3105" y="10046"/>
                          </a:cubicBezTo>
                          <a:cubicBezTo>
                            <a:pt x="3078" y="10055"/>
                            <a:pt x="3069" y="10090"/>
                            <a:pt x="3078" y="10117"/>
                          </a:cubicBezTo>
                          <a:lnTo>
                            <a:pt x="2677" y="10483"/>
                          </a:lnTo>
                          <a:lnTo>
                            <a:pt x="2677" y="11116"/>
                          </a:lnTo>
                          <a:cubicBezTo>
                            <a:pt x="2623" y="11107"/>
                            <a:pt x="2579" y="11090"/>
                            <a:pt x="2534" y="11063"/>
                          </a:cubicBezTo>
                          <a:lnTo>
                            <a:pt x="2534" y="10358"/>
                          </a:lnTo>
                          <a:lnTo>
                            <a:pt x="2953" y="9966"/>
                          </a:lnTo>
                          <a:cubicBezTo>
                            <a:pt x="2964" y="9976"/>
                            <a:pt x="2974" y="9980"/>
                            <a:pt x="2985" y="9980"/>
                          </a:cubicBezTo>
                          <a:cubicBezTo>
                            <a:pt x="2992" y="9980"/>
                            <a:pt x="3000" y="9978"/>
                            <a:pt x="3007" y="9974"/>
                          </a:cubicBezTo>
                          <a:cubicBezTo>
                            <a:pt x="3034" y="9957"/>
                            <a:pt x="3043" y="9930"/>
                            <a:pt x="3034" y="9903"/>
                          </a:cubicBezTo>
                          <a:cubicBezTo>
                            <a:pt x="3020" y="9883"/>
                            <a:pt x="3002" y="9873"/>
                            <a:pt x="2982" y="9873"/>
                          </a:cubicBezTo>
                          <a:cubicBezTo>
                            <a:pt x="2976" y="9873"/>
                            <a:pt x="2969" y="9874"/>
                            <a:pt x="2962" y="9876"/>
                          </a:cubicBezTo>
                          <a:cubicBezTo>
                            <a:pt x="2936" y="9894"/>
                            <a:pt x="2927" y="9921"/>
                            <a:pt x="2936" y="9948"/>
                          </a:cubicBezTo>
                          <a:cubicBezTo>
                            <a:pt x="2936" y="9948"/>
                            <a:pt x="2936" y="9957"/>
                            <a:pt x="2936" y="9957"/>
                          </a:cubicBezTo>
                          <a:lnTo>
                            <a:pt x="2516" y="10349"/>
                          </a:lnTo>
                          <a:lnTo>
                            <a:pt x="2516" y="11054"/>
                          </a:lnTo>
                          <a:cubicBezTo>
                            <a:pt x="2481" y="11036"/>
                            <a:pt x="2445" y="11018"/>
                            <a:pt x="2409" y="11000"/>
                          </a:cubicBezTo>
                          <a:lnTo>
                            <a:pt x="2409" y="8743"/>
                          </a:lnTo>
                          <a:lnTo>
                            <a:pt x="2275" y="8610"/>
                          </a:lnTo>
                          <a:lnTo>
                            <a:pt x="1847" y="8610"/>
                          </a:lnTo>
                          <a:lnTo>
                            <a:pt x="1847" y="8503"/>
                          </a:lnTo>
                          <a:lnTo>
                            <a:pt x="2373" y="8503"/>
                          </a:lnTo>
                          <a:lnTo>
                            <a:pt x="2534" y="8645"/>
                          </a:lnTo>
                          <a:lnTo>
                            <a:pt x="2534" y="9189"/>
                          </a:lnTo>
                          <a:lnTo>
                            <a:pt x="2989" y="9653"/>
                          </a:lnTo>
                          <a:lnTo>
                            <a:pt x="3738" y="9653"/>
                          </a:lnTo>
                          <a:lnTo>
                            <a:pt x="3738" y="9636"/>
                          </a:lnTo>
                          <a:lnTo>
                            <a:pt x="2998" y="9636"/>
                          </a:lnTo>
                          <a:lnTo>
                            <a:pt x="2552" y="9181"/>
                          </a:lnTo>
                          <a:lnTo>
                            <a:pt x="2552" y="8645"/>
                          </a:lnTo>
                          <a:lnTo>
                            <a:pt x="2382" y="8485"/>
                          </a:lnTo>
                          <a:lnTo>
                            <a:pt x="1847" y="8485"/>
                          </a:lnTo>
                          <a:lnTo>
                            <a:pt x="1847" y="8413"/>
                          </a:lnTo>
                          <a:cubicBezTo>
                            <a:pt x="1847" y="8404"/>
                            <a:pt x="1838" y="8404"/>
                            <a:pt x="1838" y="8395"/>
                          </a:cubicBezTo>
                          <a:close/>
                          <a:moveTo>
                            <a:pt x="4051" y="9796"/>
                          </a:moveTo>
                          <a:lnTo>
                            <a:pt x="4051" y="10135"/>
                          </a:lnTo>
                          <a:lnTo>
                            <a:pt x="3417" y="10760"/>
                          </a:lnTo>
                          <a:lnTo>
                            <a:pt x="3417" y="11197"/>
                          </a:lnTo>
                          <a:lnTo>
                            <a:pt x="3283" y="11197"/>
                          </a:lnTo>
                          <a:lnTo>
                            <a:pt x="3283" y="10742"/>
                          </a:lnTo>
                          <a:lnTo>
                            <a:pt x="3917" y="10099"/>
                          </a:lnTo>
                          <a:lnTo>
                            <a:pt x="3917" y="10090"/>
                          </a:lnTo>
                          <a:lnTo>
                            <a:pt x="3917" y="9796"/>
                          </a:lnTo>
                          <a:close/>
                          <a:moveTo>
                            <a:pt x="4220" y="9796"/>
                          </a:moveTo>
                          <a:lnTo>
                            <a:pt x="4220" y="11099"/>
                          </a:lnTo>
                          <a:cubicBezTo>
                            <a:pt x="4104" y="11125"/>
                            <a:pt x="3970" y="11152"/>
                            <a:pt x="3837" y="11161"/>
                          </a:cubicBezTo>
                          <a:cubicBezTo>
                            <a:pt x="3703" y="11179"/>
                            <a:pt x="3569" y="11188"/>
                            <a:pt x="3435" y="11197"/>
                          </a:cubicBezTo>
                          <a:lnTo>
                            <a:pt x="3435" y="10768"/>
                          </a:lnTo>
                          <a:lnTo>
                            <a:pt x="4060" y="10144"/>
                          </a:lnTo>
                          <a:lnTo>
                            <a:pt x="4068" y="10135"/>
                          </a:lnTo>
                          <a:lnTo>
                            <a:pt x="4068" y="9796"/>
                          </a:lnTo>
                          <a:close/>
                          <a:moveTo>
                            <a:pt x="4238" y="0"/>
                          </a:moveTo>
                          <a:cubicBezTo>
                            <a:pt x="4232" y="0"/>
                            <a:pt x="4226" y="0"/>
                            <a:pt x="4220" y="1"/>
                          </a:cubicBezTo>
                          <a:cubicBezTo>
                            <a:pt x="3765" y="54"/>
                            <a:pt x="2855" y="393"/>
                            <a:pt x="2579" y="741"/>
                          </a:cubicBezTo>
                          <a:cubicBezTo>
                            <a:pt x="2463" y="875"/>
                            <a:pt x="2391" y="1125"/>
                            <a:pt x="2320" y="1375"/>
                          </a:cubicBezTo>
                          <a:cubicBezTo>
                            <a:pt x="2258" y="1589"/>
                            <a:pt x="2186" y="1812"/>
                            <a:pt x="2106" y="1928"/>
                          </a:cubicBezTo>
                          <a:cubicBezTo>
                            <a:pt x="2070" y="1981"/>
                            <a:pt x="1910" y="2106"/>
                            <a:pt x="1910" y="2106"/>
                          </a:cubicBezTo>
                          <a:cubicBezTo>
                            <a:pt x="1874" y="2133"/>
                            <a:pt x="1035" y="2677"/>
                            <a:pt x="821" y="2945"/>
                          </a:cubicBezTo>
                          <a:cubicBezTo>
                            <a:pt x="527" y="3328"/>
                            <a:pt x="125" y="4247"/>
                            <a:pt x="45" y="4729"/>
                          </a:cubicBezTo>
                          <a:cubicBezTo>
                            <a:pt x="1" y="5059"/>
                            <a:pt x="1" y="5701"/>
                            <a:pt x="63" y="6005"/>
                          </a:cubicBezTo>
                          <a:cubicBezTo>
                            <a:pt x="99" y="6174"/>
                            <a:pt x="188" y="6406"/>
                            <a:pt x="268" y="6638"/>
                          </a:cubicBezTo>
                          <a:cubicBezTo>
                            <a:pt x="366" y="6879"/>
                            <a:pt x="455" y="7129"/>
                            <a:pt x="491" y="7298"/>
                          </a:cubicBezTo>
                          <a:cubicBezTo>
                            <a:pt x="518" y="7477"/>
                            <a:pt x="491" y="7744"/>
                            <a:pt x="455" y="8030"/>
                          </a:cubicBezTo>
                          <a:cubicBezTo>
                            <a:pt x="420" y="8395"/>
                            <a:pt x="375" y="8779"/>
                            <a:pt x="464" y="9002"/>
                          </a:cubicBezTo>
                          <a:cubicBezTo>
                            <a:pt x="750" y="9743"/>
                            <a:pt x="1981" y="10991"/>
                            <a:pt x="2748" y="11179"/>
                          </a:cubicBezTo>
                          <a:cubicBezTo>
                            <a:pt x="2900" y="11215"/>
                            <a:pt x="3105" y="11232"/>
                            <a:pt x="3328" y="11232"/>
                          </a:cubicBezTo>
                          <a:cubicBezTo>
                            <a:pt x="3881" y="11232"/>
                            <a:pt x="4559" y="11116"/>
                            <a:pt x="4845" y="10867"/>
                          </a:cubicBezTo>
                          <a:cubicBezTo>
                            <a:pt x="4925" y="10795"/>
                            <a:pt x="5005" y="10510"/>
                            <a:pt x="5005" y="10492"/>
                          </a:cubicBezTo>
                          <a:lnTo>
                            <a:pt x="5005" y="599"/>
                          </a:lnTo>
                          <a:lnTo>
                            <a:pt x="5005" y="590"/>
                          </a:lnTo>
                          <a:cubicBezTo>
                            <a:pt x="4996" y="581"/>
                            <a:pt x="4818" y="242"/>
                            <a:pt x="4711" y="161"/>
                          </a:cubicBezTo>
                          <a:cubicBezTo>
                            <a:pt x="4609" y="85"/>
                            <a:pt x="4369" y="0"/>
                            <a:pt x="423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343" name="Google Shape;343;p28"/>
                  <p:cNvSpPr/>
                  <p:nvPr/>
                </p:nvSpPr>
                <p:spPr>
                  <a:xfrm>
                    <a:off x="2762389" y="2464281"/>
                    <a:ext cx="563973" cy="354886"/>
                  </a:xfrm>
                  <a:custGeom>
                    <a:avLst/>
                    <a:gdLst/>
                    <a:ahLst/>
                    <a:cxnLst/>
                    <a:rect l="l" t="t" r="r" b="b"/>
                    <a:pathLst>
                      <a:path w="6835" h="4301" extrusionOk="0">
                        <a:moveTo>
                          <a:pt x="1" y="1"/>
                        </a:moveTo>
                        <a:lnTo>
                          <a:pt x="2918" y="4301"/>
                        </a:lnTo>
                        <a:lnTo>
                          <a:pt x="4024" y="4301"/>
                        </a:lnTo>
                        <a:lnTo>
                          <a:pt x="6834" y="1"/>
                        </a:lnTo>
                        <a:close/>
                      </a:path>
                    </a:pathLst>
                  </a:custGeom>
                  <a:gradFill>
                    <a:gsLst>
                      <a:gs pos="0">
                        <a:schemeClr val="accent3">
                          <a:alpha val="50000"/>
                        </a:schemeClr>
                      </a:gs>
                      <a:gs pos="83000">
                        <a:srgbClr val="FFFFFF">
                          <a:alpha val="0"/>
                          <a:alpha val="50000"/>
                        </a:srgbClr>
                      </a:gs>
                      <a:gs pos="100000">
                        <a:srgbClr val="FFFFFF">
                          <a:alpha val="0"/>
                          <a:alpha val="50000"/>
                        </a:srgbClr>
                      </a:gs>
                    </a:gsLst>
                    <a:lin ang="16200038" scaled="0"/>
                  </a:gradFill>
                  <a:ln>
                    <a:noFill/>
                  </a:ln>
                  <a:effectLst>
                    <a:outerShdw blurRad="114300" algn="bl" rotWithShape="0">
                      <a:schemeClr val="dk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4" name="Google Shape;344;p28"/>
                  <p:cNvSpPr/>
                  <p:nvPr/>
                </p:nvSpPr>
                <p:spPr>
                  <a:xfrm>
                    <a:off x="2585157" y="2888934"/>
                    <a:ext cx="76719" cy="21296"/>
                  </a:xfrm>
                  <a:custGeom>
                    <a:avLst/>
                    <a:gdLst/>
                    <a:ahLst/>
                    <a:cxnLst/>
                    <a:rect l="l" t="t" r="r" b="b"/>
                    <a:pathLst>
                      <a:path w="1160" h="322" extrusionOk="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5" name="Google Shape;345;p28"/>
                  <p:cNvSpPr/>
                  <p:nvPr/>
                </p:nvSpPr>
                <p:spPr>
                  <a:xfrm>
                    <a:off x="2918497" y="2859436"/>
                    <a:ext cx="452579" cy="159325"/>
                  </a:xfrm>
                  <a:custGeom>
                    <a:avLst/>
                    <a:gdLst/>
                    <a:ahLst/>
                    <a:cxnLst/>
                    <a:rect l="l" t="t" r="r" b="b"/>
                    <a:pathLst>
                      <a:path w="6843" h="2409" extrusionOk="0">
                        <a:moveTo>
                          <a:pt x="36" y="232"/>
                        </a:moveTo>
                        <a:cubicBezTo>
                          <a:pt x="63" y="312"/>
                          <a:pt x="107" y="375"/>
                          <a:pt x="161" y="437"/>
                        </a:cubicBezTo>
                        <a:lnTo>
                          <a:pt x="161" y="437"/>
                        </a:lnTo>
                        <a:cubicBezTo>
                          <a:pt x="259" y="562"/>
                          <a:pt x="411" y="643"/>
                          <a:pt x="562" y="705"/>
                        </a:cubicBezTo>
                        <a:lnTo>
                          <a:pt x="562" y="705"/>
                        </a:lnTo>
                        <a:cubicBezTo>
                          <a:pt x="705" y="759"/>
                          <a:pt x="857" y="803"/>
                          <a:pt x="1009" y="848"/>
                        </a:cubicBezTo>
                        <a:lnTo>
                          <a:pt x="1009" y="848"/>
                        </a:lnTo>
                        <a:cubicBezTo>
                          <a:pt x="1160" y="892"/>
                          <a:pt x="1312" y="937"/>
                          <a:pt x="1463" y="973"/>
                        </a:cubicBezTo>
                        <a:lnTo>
                          <a:pt x="1463" y="973"/>
                        </a:lnTo>
                        <a:cubicBezTo>
                          <a:pt x="1767" y="1062"/>
                          <a:pt x="2070" y="1133"/>
                          <a:pt x="2382" y="1205"/>
                        </a:cubicBezTo>
                        <a:lnTo>
                          <a:pt x="2382" y="1205"/>
                        </a:lnTo>
                        <a:cubicBezTo>
                          <a:pt x="2534" y="1231"/>
                          <a:pt x="2695" y="1258"/>
                          <a:pt x="2837" y="1285"/>
                        </a:cubicBezTo>
                        <a:lnTo>
                          <a:pt x="2837" y="1285"/>
                        </a:lnTo>
                        <a:cubicBezTo>
                          <a:pt x="2998" y="1312"/>
                          <a:pt x="3141" y="1347"/>
                          <a:pt x="3292" y="1383"/>
                        </a:cubicBezTo>
                        <a:lnTo>
                          <a:pt x="3292" y="1383"/>
                        </a:lnTo>
                        <a:cubicBezTo>
                          <a:pt x="3899" y="1526"/>
                          <a:pt x="4470" y="1758"/>
                          <a:pt x="5023" y="2043"/>
                        </a:cubicBezTo>
                        <a:lnTo>
                          <a:pt x="5023" y="2043"/>
                        </a:lnTo>
                        <a:cubicBezTo>
                          <a:pt x="5308" y="2177"/>
                          <a:pt x="5603" y="2311"/>
                          <a:pt x="5915" y="2364"/>
                        </a:cubicBezTo>
                        <a:lnTo>
                          <a:pt x="5915" y="2364"/>
                        </a:lnTo>
                        <a:cubicBezTo>
                          <a:pt x="6076" y="2391"/>
                          <a:pt x="6236" y="2409"/>
                          <a:pt x="6397" y="2382"/>
                        </a:cubicBezTo>
                        <a:lnTo>
                          <a:pt x="6397" y="2382"/>
                        </a:lnTo>
                        <a:cubicBezTo>
                          <a:pt x="6557" y="2373"/>
                          <a:pt x="6709" y="2320"/>
                          <a:pt x="6843" y="2239"/>
                        </a:cubicBezTo>
                        <a:lnTo>
                          <a:pt x="6843" y="2239"/>
                        </a:lnTo>
                        <a:cubicBezTo>
                          <a:pt x="6557" y="2364"/>
                          <a:pt x="6236" y="2355"/>
                          <a:pt x="5942" y="2275"/>
                        </a:cubicBezTo>
                        <a:lnTo>
                          <a:pt x="5942" y="2275"/>
                        </a:lnTo>
                        <a:cubicBezTo>
                          <a:pt x="5639" y="2204"/>
                          <a:pt x="5371" y="2052"/>
                          <a:pt x="5094" y="1909"/>
                        </a:cubicBezTo>
                        <a:lnTo>
                          <a:pt x="5094" y="1909"/>
                        </a:lnTo>
                        <a:cubicBezTo>
                          <a:pt x="4818" y="1758"/>
                          <a:pt x="4541" y="1615"/>
                          <a:pt x="4247" y="1490"/>
                        </a:cubicBezTo>
                        <a:lnTo>
                          <a:pt x="4247" y="1490"/>
                        </a:lnTo>
                        <a:cubicBezTo>
                          <a:pt x="3952" y="1374"/>
                          <a:pt x="3649" y="1276"/>
                          <a:pt x="3337" y="1196"/>
                        </a:cubicBezTo>
                        <a:lnTo>
                          <a:pt x="3337" y="1196"/>
                        </a:lnTo>
                        <a:cubicBezTo>
                          <a:pt x="3185" y="1160"/>
                          <a:pt x="3034" y="1133"/>
                          <a:pt x="2873" y="1106"/>
                        </a:cubicBezTo>
                        <a:lnTo>
                          <a:pt x="2873" y="1106"/>
                        </a:lnTo>
                        <a:cubicBezTo>
                          <a:pt x="2712" y="1080"/>
                          <a:pt x="2570" y="1053"/>
                          <a:pt x="2409" y="1026"/>
                        </a:cubicBezTo>
                        <a:lnTo>
                          <a:pt x="2409" y="1026"/>
                        </a:lnTo>
                        <a:cubicBezTo>
                          <a:pt x="2106" y="973"/>
                          <a:pt x="1802" y="901"/>
                          <a:pt x="1499" y="830"/>
                        </a:cubicBezTo>
                        <a:lnTo>
                          <a:pt x="1499" y="830"/>
                        </a:lnTo>
                        <a:lnTo>
                          <a:pt x="1044" y="732"/>
                        </a:lnTo>
                        <a:cubicBezTo>
                          <a:pt x="893" y="696"/>
                          <a:pt x="732" y="660"/>
                          <a:pt x="589" y="616"/>
                        </a:cubicBezTo>
                        <a:lnTo>
                          <a:pt x="589" y="616"/>
                        </a:lnTo>
                        <a:cubicBezTo>
                          <a:pt x="446" y="571"/>
                          <a:pt x="304" y="509"/>
                          <a:pt x="197" y="402"/>
                        </a:cubicBezTo>
                        <a:lnTo>
                          <a:pt x="197" y="402"/>
                        </a:lnTo>
                        <a:cubicBezTo>
                          <a:pt x="90" y="304"/>
                          <a:pt x="9" y="152"/>
                          <a:pt x="18" y="0"/>
                        </a:cubicBezTo>
                        <a:lnTo>
                          <a:pt x="18" y="0"/>
                        </a:lnTo>
                        <a:cubicBezTo>
                          <a:pt x="0" y="72"/>
                          <a:pt x="9" y="152"/>
                          <a:pt x="36" y="232"/>
                        </a:cubicBezTo>
                        <a:close/>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6" name="Google Shape;346;p28"/>
                  <p:cNvSpPr/>
                  <p:nvPr/>
                </p:nvSpPr>
                <p:spPr>
                  <a:xfrm>
                    <a:off x="2912015" y="2831658"/>
                    <a:ext cx="113360" cy="76786"/>
                  </a:xfrm>
                  <a:custGeom>
                    <a:avLst/>
                    <a:gdLst/>
                    <a:ahLst/>
                    <a:cxnLst/>
                    <a:rect l="l" t="t" r="r" b="b"/>
                    <a:pathLst>
                      <a:path w="1714" h="1161" extrusionOk="0">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347" name="Google Shape;347;p28"/>
                <p:cNvSpPr/>
                <p:nvPr/>
              </p:nvSpPr>
              <p:spPr>
                <a:xfrm>
                  <a:off x="4814250" y="596848"/>
                  <a:ext cx="716036" cy="71612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8" name="Google Shape;348;p28"/>
                <p:cNvSpPr/>
                <p:nvPr/>
              </p:nvSpPr>
              <p:spPr>
                <a:xfrm>
                  <a:off x="7393860" y="3277728"/>
                  <a:ext cx="258568" cy="258598"/>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9" name="Google Shape;349;p28"/>
                <p:cNvSpPr/>
                <p:nvPr/>
              </p:nvSpPr>
              <p:spPr>
                <a:xfrm>
                  <a:off x="8035449" y="2585529"/>
                  <a:ext cx="258568" cy="258598"/>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0" name="Google Shape;350;p28"/>
                <p:cNvSpPr/>
                <p:nvPr/>
              </p:nvSpPr>
              <p:spPr>
                <a:xfrm>
                  <a:off x="5530281" y="3035708"/>
                  <a:ext cx="258568" cy="258598"/>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1" name="Google Shape;351;p28"/>
                <p:cNvSpPr/>
                <p:nvPr/>
              </p:nvSpPr>
              <p:spPr>
                <a:xfrm>
                  <a:off x="7011756" y="584085"/>
                  <a:ext cx="1292563" cy="1292651"/>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2" name="Google Shape;352;p28"/>
                <p:cNvSpPr/>
                <p:nvPr/>
              </p:nvSpPr>
              <p:spPr>
                <a:xfrm>
                  <a:off x="8035457" y="1519454"/>
                  <a:ext cx="792788" cy="7928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3" name="Google Shape;353;p28"/>
                <p:cNvSpPr/>
                <p:nvPr/>
              </p:nvSpPr>
              <p:spPr>
                <a:xfrm>
                  <a:off x="5021733" y="1950845"/>
                  <a:ext cx="508552" cy="50858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4" name="Google Shape;354;p28"/>
                <p:cNvSpPr/>
                <p:nvPr/>
              </p:nvSpPr>
              <p:spPr>
                <a:xfrm>
                  <a:off x="5788842" y="633050"/>
                  <a:ext cx="258568" cy="258598"/>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5" name="Google Shape;355;p28"/>
                <p:cNvSpPr/>
                <p:nvPr/>
              </p:nvSpPr>
              <p:spPr>
                <a:xfrm>
                  <a:off x="6457220" y="182501"/>
                  <a:ext cx="354760" cy="354798"/>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356" name="Google Shape;356;p28"/>
              <p:cNvGrpSpPr/>
              <p:nvPr/>
            </p:nvGrpSpPr>
            <p:grpSpPr>
              <a:xfrm rot="-2979843" flipH="1">
                <a:off x="7139016" y="358"/>
                <a:ext cx="2497851" cy="956975"/>
                <a:chOff x="300338" y="2024677"/>
                <a:chExt cx="2497728" cy="956928"/>
              </a:xfrm>
            </p:grpSpPr>
            <p:sp>
              <p:nvSpPr>
                <p:cNvPr id="357" name="Google Shape;357;p28"/>
                <p:cNvSpPr/>
                <p:nvPr/>
              </p:nvSpPr>
              <p:spPr>
                <a:xfrm>
                  <a:off x="300338" y="2024677"/>
                  <a:ext cx="2497728" cy="956928"/>
                </a:xfrm>
                <a:custGeom>
                  <a:avLst/>
                  <a:gdLst/>
                  <a:ahLst/>
                  <a:cxnLst/>
                  <a:rect l="l" t="t" r="r" b="b"/>
                  <a:pathLst>
                    <a:path w="19075" h="7308" extrusionOk="0">
                      <a:moveTo>
                        <a:pt x="9841" y="1"/>
                      </a:moveTo>
                      <a:cubicBezTo>
                        <a:pt x="9198" y="90"/>
                        <a:pt x="4113" y="2570"/>
                        <a:pt x="4113" y="2570"/>
                      </a:cubicBezTo>
                      <a:lnTo>
                        <a:pt x="4113" y="2570"/>
                      </a:lnTo>
                      <a:cubicBezTo>
                        <a:pt x="2909" y="2971"/>
                        <a:pt x="2775" y="2873"/>
                        <a:pt x="1473" y="3150"/>
                      </a:cubicBezTo>
                      <a:lnTo>
                        <a:pt x="1473" y="3150"/>
                      </a:lnTo>
                      <a:cubicBezTo>
                        <a:pt x="1" y="3471"/>
                        <a:pt x="1901" y="7031"/>
                        <a:pt x="1901" y="7031"/>
                      </a:cubicBezTo>
                      <a:lnTo>
                        <a:pt x="1901" y="7031"/>
                      </a:lnTo>
                      <a:cubicBezTo>
                        <a:pt x="3489" y="6014"/>
                        <a:pt x="4738" y="6317"/>
                        <a:pt x="4738" y="6317"/>
                      </a:cubicBezTo>
                      <a:lnTo>
                        <a:pt x="4738" y="6317"/>
                      </a:lnTo>
                      <a:cubicBezTo>
                        <a:pt x="7503" y="7307"/>
                        <a:pt x="9573" y="6460"/>
                        <a:pt x="9573" y="6460"/>
                      </a:cubicBezTo>
                      <a:lnTo>
                        <a:pt x="9573" y="6460"/>
                      </a:lnTo>
                      <a:cubicBezTo>
                        <a:pt x="9573" y="6460"/>
                        <a:pt x="11268" y="6326"/>
                        <a:pt x="11928" y="6254"/>
                      </a:cubicBezTo>
                      <a:lnTo>
                        <a:pt x="11928" y="6254"/>
                      </a:lnTo>
                      <a:cubicBezTo>
                        <a:pt x="12151" y="6237"/>
                        <a:pt x="12455" y="6263"/>
                        <a:pt x="12811" y="6299"/>
                      </a:cubicBezTo>
                      <a:lnTo>
                        <a:pt x="12811" y="6299"/>
                      </a:lnTo>
                      <a:cubicBezTo>
                        <a:pt x="13498" y="6353"/>
                        <a:pt x="14346" y="6415"/>
                        <a:pt x="15069" y="6085"/>
                      </a:cubicBezTo>
                      <a:lnTo>
                        <a:pt x="15069" y="6085"/>
                      </a:lnTo>
                      <a:cubicBezTo>
                        <a:pt x="15077" y="6076"/>
                        <a:pt x="15077" y="6076"/>
                        <a:pt x="15086" y="6076"/>
                      </a:cubicBezTo>
                      <a:lnTo>
                        <a:pt x="15086" y="6076"/>
                      </a:lnTo>
                      <a:cubicBezTo>
                        <a:pt x="15122" y="6058"/>
                        <a:pt x="15158" y="6040"/>
                        <a:pt x="15184" y="6014"/>
                      </a:cubicBezTo>
                      <a:lnTo>
                        <a:pt x="15184" y="6014"/>
                      </a:lnTo>
                      <a:cubicBezTo>
                        <a:pt x="15577" y="5960"/>
                        <a:pt x="15568" y="5532"/>
                        <a:pt x="15497" y="5291"/>
                      </a:cubicBezTo>
                      <a:lnTo>
                        <a:pt x="15497" y="5291"/>
                      </a:lnTo>
                      <a:cubicBezTo>
                        <a:pt x="15461" y="5166"/>
                        <a:pt x="15283" y="5050"/>
                        <a:pt x="15158" y="4988"/>
                      </a:cubicBezTo>
                      <a:lnTo>
                        <a:pt x="15158" y="4988"/>
                      </a:lnTo>
                      <a:cubicBezTo>
                        <a:pt x="15149" y="4988"/>
                        <a:pt x="15149" y="4988"/>
                        <a:pt x="15149" y="4988"/>
                      </a:cubicBezTo>
                      <a:lnTo>
                        <a:pt x="15149" y="4988"/>
                      </a:lnTo>
                      <a:cubicBezTo>
                        <a:pt x="14783" y="4604"/>
                        <a:pt x="13650" y="4524"/>
                        <a:pt x="13088" y="4506"/>
                      </a:cubicBezTo>
                      <a:lnTo>
                        <a:pt x="13088" y="4506"/>
                      </a:lnTo>
                      <a:cubicBezTo>
                        <a:pt x="12901" y="4506"/>
                        <a:pt x="12776" y="4506"/>
                        <a:pt x="12776" y="4506"/>
                      </a:cubicBezTo>
                      <a:lnTo>
                        <a:pt x="12776" y="4506"/>
                      </a:lnTo>
                      <a:cubicBezTo>
                        <a:pt x="10153" y="4658"/>
                        <a:pt x="10215" y="4417"/>
                        <a:pt x="10215" y="4417"/>
                      </a:cubicBezTo>
                      <a:lnTo>
                        <a:pt x="10215" y="4417"/>
                      </a:lnTo>
                      <a:cubicBezTo>
                        <a:pt x="10421" y="4176"/>
                        <a:pt x="10153" y="3641"/>
                        <a:pt x="10153" y="3641"/>
                      </a:cubicBezTo>
                      <a:lnTo>
                        <a:pt x="10153" y="3641"/>
                      </a:lnTo>
                      <a:cubicBezTo>
                        <a:pt x="10189" y="3623"/>
                        <a:pt x="10251" y="3560"/>
                        <a:pt x="10251" y="3560"/>
                      </a:cubicBezTo>
                      <a:lnTo>
                        <a:pt x="10251" y="3560"/>
                      </a:lnTo>
                      <a:cubicBezTo>
                        <a:pt x="10572" y="3712"/>
                        <a:pt x="10831" y="3596"/>
                        <a:pt x="11001" y="3462"/>
                      </a:cubicBezTo>
                      <a:lnTo>
                        <a:pt x="11001" y="3462"/>
                      </a:lnTo>
                      <a:cubicBezTo>
                        <a:pt x="11152" y="3328"/>
                        <a:pt x="11232" y="3177"/>
                        <a:pt x="11232" y="3177"/>
                      </a:cubicBezTo>
                      <a:lnTo>
                        <a:pt x="11232" y="3177"/>
                      </a:lnTo>
                      <a:cubicBezTo>
                        <a:pt x="11830" y="3284"/>
                        <a:pt x="12580" y="1954"/>
                        <a:pt x="12580" y="1954"/>
                      </a:cubicBezTo>
                      <a:lnTo>
                        <a:pt x="12580" y="1954"/>
                      </a:lnTo>
                      <a:cubicBezTo>
                        <a:pt x="13525" y="2008"/>
                        <a:pt x="14382" y="1491"/>
                        <a:pt x="14382" y="1491"/>
                      </a:cubicBezTo>
                      <a:lnTo>
                        <a:pt x="14382" y="1491"/>
                      </a:lnTo>
                      <a:cubicBezTo>
                        <a:pt x="14542" y="1660"/>
                        <a:pt x="14926" y="1696"/>
                        <a:pt x="15149" y="1687"/>
                      </a:cubicBezTo>
                      <a:lnTo>
                        <a:pt x="15149" y="1687"/>
                      </a:lnTo>
                      <a:cubicBezTo>
                        <a:pt x="15247" y="1696"/>
                        <a:pt x="15318" y="1687"/>
                        <a:pt x="15318" y="1687"/>
                      </a:cubicBezTo>
                      <a:lnTo>
                        <a:pt x="15318" y="1687"/>
                      </a:lnTo>
                      <a:cubicBezTo>
                        <a:pt x="15318" y="1687"/>
                        <a:pt x="17495" y="1901"/>
                        <a:pt x="17968" y="1910"/>
                      </a:cubicBezTo>
                      <a:lnTo>
                        <a:pt x="17968" y="1910"/>
                      </a:lnTo>
                      <a:cubicBezTo>
                        <a:pt x="18780" y="1919"/>
                        <a:pt x="19074" y="1152"/>
                        <a:pt x="19074" y="1152"/>
                      </a:cubicBezTo>
                      <a:lnTo>
                        <a:pt x="19074" y="1152"/>
                      </a:lnTo>
                      <a:lnTo>
                        <a:pt x="17807" y="866"/>
                      </a:lnTo>
                      <a:cubicBezTo>
                        <a:pt x="17807" y="866"/>
                        <a:pt x="15506" y="411"/>
                        <a:pt x="15211" y="331"/>
                      </a:cubicBezTo>
                      <a:lnTo>
                        <a:pt x="15211" y="331"/>
                      </a:lnTo>
                      <a:cubicBezTo>
                        <a:pt x="14926" y="251"/>
                        <a:pt x="14283" y="45"/>
                        <a:pt x="13909" y="126"/>
                      </a:cubicBezTo>
                      <a:lnTo>
                        <a:pt x="13909" y="126"/>
                      </a:lnTo>
                      <a:cubicBezTo>
                        <a:pt x="13543" y="215"/>
                        <a:pt x="11108" y="224"/>
                        <a:pt x="11108" y="224"/>
                      </a:cubicBezTo>
                      <a:lnTo>
                        <a:pt x="11108" y="224"/>
                      </a:lnTo>
                      <a:cubicBezTo>
                        <a:pt x="10483" y="10"/>
                        <a:pt x="9921" y="1"/>
                        <a:pt x="9850" y="1"/>
                      </a:cubicBezTo>
                      <a:lnTo>
                        <a:pt x="9850" y="1"/>
                      </a:lnTo>
                      <a:cubicBezTo>
                        <a:pt x="9841" y="1"/>
                        <a:pt x="9841" y="1"/>
                        <a:pt x="9841" y="1"/>
                      </a:cubicBezTo>
                    </a:path>
                  </a:pathLst>
                </a:custGeom>
                <a:gradFill>
                  <a:gsLst>
                    <a:gs pos="0">
                      <a:schemeClr val="accent1"/>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58" name="Google Shape;358;p28"/>
                <p:cNvSpPr/>
                <p:nvPr/>
              </p:nvSpPr>
              <p:spPr>
                <a:xfrm>
                  <a:off x="1740733" y="2219786"/>
                  <a:ext cx="955618" cy="709185"/>
                </a:xfrm>
                <a:custGeom>
                  <a:avLst/>
                  <a:gdLst/>
                  <a:ahLst/>
                  <a:cxnLst/>
                  <a:rect l="l" t="t" r="r" b="b"/>
                  <a:pathLst>
                    <a:path w="7298" h="5416" extrusionOk="0">
                      <a:moveTo>
                        <a:pt x="1580" y="464"/>
                      </a:moveTo>
                      <a:cubicBezTo>
                        <a:pt x="1580" y="464"/>
                        <a:pt x="830" y="1794"/>
                        <a:pt x="232" y="1687"/>
                      </a:cubicBezTo>
                      <a:lnTo>
                        <a:pt x="232" y="1687"/>
                      </a:lnTo>
                      <a:cubicBezTo>
                        <a:pt x="232" y="1687"/>
                        <a:pt x="152" y="1838"/>
                        <a:pt x="1" y="1972"/>
                      </a:cubicBezTo>
                      <a:lnTo>
                        <a:pt x="1" y="1972"/>
                      </a:lnTo>
                      <a:cubicBezTo>
                        <a:pt x="286" y="2240"/>
                        <a:pt x="1357" y="2374"/>
                        <a:pt x="1357" y="2374"/>
                      </a:cubicBezTo>
                      <a:lnTo>
                        <a:pt x="1357" y="2374"/>
                      </a:lnTo>
                      <a:cubicBezTo>
                        <a:pt x="1410" y="2570"/>
                        <a:pt x="1713" y="2793"/>
                        <a:pt x="2088" y="3016"/>
                      </a:cubicBezTo>
                      <a:lnTo>
                        <a:pt x="2088" y="3016"/>
                      </a:lnTo>
                      <a:cubicBezTo>
                        <a:pt x="2650" y="3034"/>
                        <a:pt x="3783" y="3114"/>
                        <a:pt x="4149" y="3498"/>
                      </a:cubicBezTo>
                      <a:lnTo>
                        <a:pt x="4149" y="3498"/>
                      </a:lnTo>
                      <a:cubicBezTo>
                        <a:pt x="4149" y="3498"/>
                        <a:pt x="4149" y="3498"/>
                        <a:pt x="4158" y="3498"/>
                      </a:cubicBezTo>
                      <a:lnTo>
                        <a:pt x="4158" y="3498"/>
                      </a:lnTo>
                      <a:cubicBezTo>
                        <a:pt x="4283" y="3560"/>
                        <a:pt x="4461" y="3676"/>
                        <a:pt x="4497" y="3801"/>
                      </a:cubicBezTo>
                      <a:lnTo>
                        <a:pt x="4497" y="3801"/>
                      </a:lnTo>
                      <a:cubicBezTo>
                        <a:pt x="4568" y="4042"/>
                        <a:pt x="4577" y="4470"/>
                        <a:pt x="4184" y="4524"/>
                      </a:cubicBezTo>
                      <a:lnTo>
                        <a:pt x="4184" y="4524"/>
                      </a:lnTo>
                      <a:cubicBezTo>
                        <a:pt x="4158" y="4550"/>
                        <a:pt x="4122" y="4568"/>
                        <a:pt x="4086" y="4586"/>
                      </a:cubicBezTo>
                      <a:lnTo>
                        <a:pt x="4086" y="4586"/>
                      </a:lnTo>
                      <a:cubicBezTo>
                        <a:pt x="4077" y="4586"/>
                        <a:pt x="4077" y="4586"/>
                        <a:pt x="4069" y="4595"/>
                      </a:cubicBezTo>
                      <a:lnTo>
                        <a:pt x="4069" y="4595"/>
                      </a:lnTo>
                      <a:cubicBezTo>
                        <a:pt x="4363" y="5059"/>
                        <a:pt x="4693" y="5416"/>
                        <a:pt x="5005" y="5291"/>
                      </a:cubicBezTo>
                      <a:lnTo>
                        <a:pt x="5005" y="5291"/>
                      </a:lnTo>
                      <a:cubicBezTo>
                        <a:pt x="5416" y="5130"/>
                        <a:pt x="5023" y="4336"/>
                        <a:pt x="5023" y="4336"/>
                      </a:cubicBezTo>
                      <a:lnTo>
                        <a:pt x="5023" y="4336"/>
                      </a:lnTo>
                      <a:lnTo>
                        <a:pt x="3837" y="2052"/>
                      </a:lnTo>
                      <a:lnTo>
                        <a:pt x="3221" y="1365"/>
                      </a:lnTo>
                      <a:lnTo>
                        <a:pt x="3346" y="1321"/>
                      </a:lnTo>
                      <a:cubicBezTo>
                        <a:pt x="3480" y="1571"/>
                        <a:pt x="4390" y="2374"/>
                        <a:pt x="4827" y="2588"/>
                      </a:cubicBezTo>
                      <a:lnTo>
                        <a:pt x="4827" y="2588"/>
                      </a:lnTo>
                      <a:cubicBezTo>
                        <a:pt x="5603" y="3462"/>
                        <a:pt x="6317" y="4185"/>
                        <a:pt x="6807" y="4024"/>
                      </a:cubicBezTo>
                      <a:lnTo>
                        <a:pt x="6807" y="4024"/>
                      </a:lnTo>
                      <a:cubicBezTo>
                        <a:pt x="7298" y="3863"/>
                        <a:pt x="6673" y="2953"/>
                        <a:pt x="6673" y="2953"/>
                      </a:cubicBezTo>
                      <a:lnTo>
                        <a:pt x="6673" y="2953"/>
                      </a:lnTo>
                      <a:lnTo>
                        <a:pt x="5665" y="1589"/>
                      </a:lnTo>
                      <a:lnTo>
                        <a:pt x="4149" y="197"/>
                      </a:lnTo>
                      <a:cubicBezTo>
                        <a:pt x="3926" y="206"/>
                        <a:pt x="3542" y="170"/>
                        <a:pt x="3382" y="1"/>
                      </a:cubicBezTo>
                      <a:lnTo>
                        <a:pt x="3382" y="1"/>
                      </a:lnTo>
                      <a:cubicBezTo>
                        <a:pt x="3382" y="1"/>
                        <a:pt x="2525" y="518"/>
                        <a:pt x="1580" y="464"/>
                      </a:cubicBezTo>
                    </a:path>
                  </a:pathLst>
                </a:custGeom>
                <a:gradFill>
                  <a:gsLst>
                    <a:gs pos="0">
                      <a:schemeClr val="accent1"/>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sp>
          <p:nvSpPr>
            <p:cNvPr id="359" name="Google Shape;359;p28"/>
            <p:cNvSpPr/>
            <p:nvPr/>
          </p:nvSpPr>
          <p:spPr>
            <a:xfrm rot="-3033130">
              <a:off x="8204856" y="1418610"/>
              <a:ext cx="240324" cy="162787"/>
            </a:xfrm>
            <a:custGeom>
              <a:avLst/>
              <a:gdLst/>
              <a:ahLst/>
              <a:cxnLst/>
              <a:rect l="l" t="t" r="r" b="b"/>
              <a:pathLst>
                <a:path w="1714" h="1161" extrusionOk="0">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60" name="Google Shape;360;p28"/>
            <p:cNvSpPr/>
            <p:nvPr/>
          </p:nvSpPr>
          <p:spPr>
            <a:xfrm rot="7930158" flipH="1">
              <a:off x="7532339" y="1461822"/>
              <a:ext cx="162646" cy="45148"/>
            </a:xfrm>
            <a:custGeom>
              <a:avLst/>
              <a:gdLst/>
              <a:ahLst/>
              <a:cxnLst/>
              <a:rect l="l" t="t" r="r" b="b"/>
              <a:pathLst>
                <a:path w="1160" h="322" extrusionOk="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361" name="Google Shape;361;p28"/>
          <p:cNvSpPr txBox="1">
            <a:spLocks noGrp="1"/>
          </p:cNvSpPr>
          <p:nvPr>
            <p:ph type="ctrTitle"/>
          </p:nvPr>
        </p:nvSpPr>
        <p:spPr>
          <a:xfrm>
            <a:off x="365084" y="44721"/>
            <a:ext cx="7611177" cy="2760600"/>
          </a:xfrm>
          <a:prstGeom prst="rect">
            <a:avLst/>
          </a:prstGeom>
        </p:spPr>
        <p:txBody>
          <a:bodyPr spcFirstLastPara="1" wrap="square" lIns="91425" tIns="91425" rIns="91425" bIns="91425" anchor="b" anchorCtr="0">
            <a:noAutofit/>
          </a:bodyPr>
          <a:lstStyle/>
          <a:p>
            <a:br>
              <a:rPr lang="en" sz="2400" dirty="0">
                <a:solidFill>
                  <a:schemeClr val="dk2"/>
                </a:solidFill>
                <a:latin typeface="Times New Roman" panose="02020603050405020304" pitchFamily="18" charset="0"/>
                <a:cs typeface="Times New Roman" panose="02020603050405020304" pitchFamily="18" charset="0"/>
              </a:rPr>
            </a:br>
            <a:r>
              <a:rPr lang="en" sz="2800" dirty="0">
                <a:solidFill>
                  <a:srgbClr val="FFC000"/>
                </a:solidFill>
                <a:latin typeface="Times New Roman" panose="02020603050405020304" pitchFamily="18" charset="0"/>
                <a:cs typeface="Times New Roman" panose="02020603050405020304" pitchFamily="18" charset="0"/>
              </a:rPr>
              <a:t>Project Title:</a:t>
            </a:r>
            <a:br>
              <a:rPr lang="en" sz="2400" dirty="0">
                <a:solidFill>
                  <a:schemeClr val="dk2"/>
                </a:solidFill>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Hybrid Deep Learning Model for Brain Tumor Detection Using CNN and </a:t>
            </a:r>
            <a:r>
              <a:rPr lang="en-US" sz="2800" b="1" dirty="0" err="1">
                <a:latin typeface="Times New Roman" panose="02020603050405020304" pitchFamily="18" charset="0"/>
                <a:cs typeface="Times New Roman" panose="02020603050405020304" pitchFamily="18" charset="0"/>
              </a:rPr>
              <a:t>EfficientNet</a:t>
            </a:r>
            <a:r>
              <a:rPr lang="en-US" sz="2800" b="1" dirty="0">
                <a:latin typeface="Times New Roman" panose="02020603050405020304" pitchFamily="18" charset="0"/>
                <a:cs typeface="Times New Roman" panose="02020603050405020304" pitchFamily="18" charset="0"/>
              </a:rPr>
              <a:t> from MRI Images</a:t>
            </a:r>
            <a:br>
              <a:rPr lang="en-IN" b="1" dirty="0">
                <a:latin typeface="Times New Roman" panose="02020603050405020304" pitchFamily="18" charset="0"/>
                <a:cs typeface="Times New Roman" panose="02020603050405020304" pitchFamily="18" charset="0"/>
              </a:rPr>
            </a:br>
            <a:endParaRPr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flipH="1">
            <a:off x="240684" y="2142198"/>
            <a:ext cx="2704738" cy="1200329"/>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Project Guide</a:t>
            </a:r>
          </a:p>
          <a:p>
            <a:r>
              <a:rPr lang="en-US" dirty="0" err="1">
                <a:solidFill>
                  <a:schemeClr val="tx1"/>
                </a:solidFill>
                <a:latin typeface="Times New Roman" panose="02020603050405020304" pitchFamily="18" charset="0"/>
                <a:cs typeface="Times New Roman" panose="02020603050405020304" pitchFamily="18" charset="0"/>
              </a:rPr>
              <a:t>N.Bhuvaneswari</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Department of CSE</a:t>
            </a:r>
          </a:p>
          <a:p>
            <a:r>
              <a:rPr lang="en-US" dirty="0" err="1">
                <a:solidFill>
                  <a:schemeClr val="tx1"/>
                </a:solidFill>
                <a:latin typeface="Times New Roman" panose="02020603050405020304" pitchFamily="18" charset="0"/>
                <a:cs typeface="Times New Roman" panose="02020603050405020304" pitchFamily="18" charset="0"/>
              </a:rPr>
              <a:t>NRIIT,Guntur</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40684" y="3286570"/>
            <a:ext cx="3060286" cy="1477328"/>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Head of the Department</a:t>
            </a:r>
          </a:p>
          <a:p>
            <a:r>
              <a:rPr lang="en-US" dirty="0" err="1">
                <a:latin typeface="Times New Roman" panose="02020603050405020304" pitchFamily="18" charset="0"/>
                <a:cs typeface="Times New Roman" panose="02020603050405020304" pitchFamily="18" charset="0"/>
              </a:rPr>
              <a:t>K.Nageswara</a:t>
            </a:r>
            <a:r>
              <a:rPr lang="en-US">
                <a:latin typeface="Times New Roman" panose="02020603050405020304" pitchFamily="18" charset="0"/>
                <a:cs typeface="Times New Roman" panose="02020603050405020304" pitchFamily="18" charset="0"/>
              </a:rPr>
              <a:t> Rao      </a:t>
            </a:r>
          </a:p>
          <a:p>
            <a:r>
              <a:rPr lang="en-US">
                <a:solidFill>
                  <a:schemeClr val="tx1"/>
                </a:solidFill>
                <a:latin typeface="Times New Roman" panose="02020603050405020304" pitchFamily="18" charset="0"/>
                <a:cs typeface="Times New Roman" panose="02020603050405020304" pitchFamily="18" charset="0"/>
              </a:rPr>
              <a:t>Professor </a:t>
            </a:r>
            <a:r>
              <a:rPr lang="en-US" dirty="0">
                <a:solidFill>
                  <a:schemeClr val="tx1"/>
                </a:solidFill>
                <a:latin typeface="Times New Roman" panose="02020603050405020304" pitchFamily="18" charset="0"/>
                <a:cs typeface="Times New Roman" panose="02020603050405020304" pitchFamily="18" charset="0"/>
              </a:rPr>
              <a:t>&amp; HOD</a:t>
            </a:r>
          </a:p>
          <a:p>
            <a:r>
              <a:rPr lang="en-US" dirty="0">
                <a:solidFill>
                  <a:schemeClr val="tx1"/>
                </a:solidFill>
                <a:latin typeface="Times New Roman" panose="02020603050405020304" pitchFamily="18" charset="0"/>
                <a:cs typeface="Times New Roman" panose="02020603050405020304" pitchFamily="18" charset="0"/>
              </a:rPr>
              <a:t>Department of CSE</a:t>
            </a:r>
          </a:p>
          <a:p>
            <a:r>
              <a:rPr lang="en-US" dirty="0" err="1">
                <a:solidFill>
                  <a:schemeClr val="tx1"/>
                </a:solidFill>
                <a:latin typeface="Times New Roman" panose="02020603050405020304" pitchFamily="18" charset="0"/>
                <a:cs typeface="Times New Roman" panose="02020603050405020304" pitchFamily="18" charset="0"/>
              </a:rPr>
              <a:t>NRIIT,Guntur</a:t>
            </a:r>
            <a:endParaRPr lang="en-IN"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5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80" name="Google Shape;380;p30"/>
          <p:cNvSpPr txBox="1">
            <a:spLocks noGrp="1"/>
          </p:cNvSpPr>
          <p:nvPr>
            <p:ph type="title"/>
          </p:nvPr>
        </p:nvSpPr>
        <p:spPr>
          <a:xfrm>
            <a:off x="535107" y="29882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b="0" dirty="0">
                <a:latin typeface="Trispace"/>
                <a:ea typeface="Trispace"/>
                <a:cs typeface="Trispace"/>
                <a:sym typeface="Trispace"/>
              </a:rPr>
              <a:t> </a:t>
            </a:r>
            <a:endParaRPr b="0" dirty="0">
              <a:latin typeface="Trispace"/>
              <a:ea typeface="Trispace"/>
              <a:cs typeface="Trispace"/>
              <a:sym typeface="Trispace"/>
            </a:endParaRPr>
          </a:p>
        </p:txBody>
      </p:sp>
      <p:graphicFrame>
        <p:nvGraphicFramePr>
          <p:cNvPr id="10" name="Table 9"/>
          <p:cNvGraphicFramePr>
            <a:graphicFrameLocks noGrp="1"/>
          </p:cNvGraphicFramePr>
          <p:nvPr>
            <p:extLst>
              <p:ext uri="{D42A27DB-BD31-4B8C-83A1-F6EECF244321}">
                <p14:modId xmlns:p14="http://schemas.microsoft.com/office/powerpoint/2010/main" val="27056451"/>
              </p:ext>
            </p:extLst>
          </p:nvPr>
        </p:nvGraphicFramePr>
        <p:xfrm>
          <a:off x="667659" y="298829"/>
          <a:ext cx="8204880" cy="4844034"/>
        </p:xfrm>
        <a:graphic>
          <a:graphicData uri="http://schemas.openxmlformats.org/drawingml/2006/table">
            <a:tbl>
              <a:tblPr firstRow="1" firstCol="1" bandRow="1"/>
              <a:tblGrid>
                <a:gridCol w="8204880">
                  <a:extLst>
                    <a:ext uri="{9D8B030D-6E8A-4147-A177-3AD203B41FA5}">
                      <a16:colId xmlns:a16="http://schemas.microsoft.com/office/drawing/2014/main" val="4081748513"/>
                    </a:ext>
                  </a:extLst>
                </a:gridCol>
              </a:tblGrid>
              <a:tr h="4545842">
                <a:tc>
                  <a:txBody>
                    <a:bodyPr/>
                    <a:lstStyle/>
                    <a:p>
                      <a:pPr>
                        <a:spcAft>
                          <a:spcPts val="0"/>
                        </a:spcAft>
                      </a:pPr>
                      <a:r>
                        <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Vaka Durga Teja</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Department of Computer Science and Engineering</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NRI Institute of Technology, Guntur, Andhra Pradesh-522438</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Email: </a:t>
                      </a:r>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hlinkClick r:id="rId3"/>
                        </a:rPr>
                        <a:t>durgtejavaka@gmail.com</a:t>
                      </a:r>
                      <a:endPar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r>
                        <a:rPr lang="en-US"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24KP1D5838</a:t>
                      </a:r>
                      <a:endParaRPr lang="en-IN" sz="18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endParaRPr>
                    </a:p>
                    <a:p>
                      <a:pPr>
                        <a:spcAft>
                          <a:spcPts val="0"/>
                        </a:spcAft>
                      </a:pP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r>
                        <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1590" algn="l">
                        <a:lnSpc>
                          <a:spcPct val="107000"/>
                        </a:lnSpc>
                        <a:spcAft>
                          <a:spcPts val="0"/>
                        </a:spcAft>
                      </a:pP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1850768514"/>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86494D0-0D23-3064-46AF-39B84EE3F6DD}"/>
              </a:ext>
            </a:extLst>
          </p:cNvPr>
          <p:cNvSpPr>
            <a:spLocks noGrp="1" noChangeArrowheads="1"/>
          </p:cNvSpPr>
          <p:nvPr>
            <p:ph type="title"/>
          </p:nvPr>
        </p:nvSpPr>
        <p:spPr bwMode="auto">
          <a:xfrm>
            <a:off x="182880" y="1137593"/>
            <a:ext cx="86487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Abstract</a:t>
            </a:r>
            <a:b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Brain tumors are dangerous neurological disorders requiring early diagnosis.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MRI analysis is time-consuming and may lead to human errors.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uses a hybrid deep learning model combining CNN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MRI images are processed and classified automatically.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improves detection accuracy and assists radiologists in diagnosis.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accuracy of approximately 97%. </a:t>
            </a:r>
          </a:p>
        </p:txBody>
      </p:sp>
    </p:spTree>
    <p:extLst>
      <p:ext uri="{BB962C8B-B14F-4D97-AF65-F5344CB8AC3E}">
        <p14:creationId xmlns:p14="http://schemas.microsoft.com/office/powerpoint/2010/main" val="2404110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A095FF-CD0C-4E5B-6FB8-3369DD3EB81A}"/>
              </a:ext>
            </a:extLst>
          </p:cNvPr>
          <p:cNvSpPr txBox="1"/>
          <p:nvPr/>
        </p:nvSpPr>
        <p:spPr>
          <a:xfrm>
            <a:off x="716280" y="975361"/>
            <a:ext cx="6755130" cy="3970318"/>
          </a:xfrm>
          <a:prstGeom prst="rect">
            <a:avLst/>
          </a:prstGeom>
          <a:noFill/>
        </p:spPr>
        <p:txBody>
          <a:bodyPr wrap="square">
            <a:spAutoFit/>
          </a:bodyPr>
          <a:lstStyle/>
          <a:p>
            <a:r>
              <a:rPr lang="en-IN" b="1" dirty="0">
                <a:solidFill>
                  <a:srgbClr val="C00000"/>
                </a:solidFill>
                <a:latin typeface="Times New Roman" panose="02020603050405020304" pitchFamily="18" charset="0"/>
                <a:cs typeface="Times New Roman" panose="02020603050405020304" pitchFamily="18" charset="0"/>
              </a:rPr>
              <a:t>Problem Statement</a:t>
            </a:r>
          </a:p>
          <a:p>
            <a:endParaRPr lang="en-US"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Manual brain tumor detection requires expert radiologists</a:t>
            </a:r>
            <a:r>
              <a:rPr lang="en-US"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Diagnosis from MRI scans can be slow and error-prone.</a:t>
            </a:r>
          </a:p>
          <a:p>
            <a:pPr marL="342900" indent="-34290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Existing systems provide lower accuracy and inefficient feature extraction.</a:t>
            </a:r>
          </a:p>
          <a:p>
            <a:pPr marL="342900" indent="-34290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Need for an automated, fast, and accurate detection system.</a:t>
            </a:r>
          </a:p>
          <a:p>
            <a:r>
              <a:rPr lang="en-US" dirty="0">
                <a:solidFill>
                  <a:schemeClr val="accent1">
                    <a:lumMod val="25000"/>
                    <a:lumOff val="75000"/>
                  </a:schemeClr>
                </a:solidFill>
                <a:latin typeface="Times New Roman" panose="02020603050405020304" pitchFamily="18" charset="0"/>
                <a:cs typeface="Times New Roman" panose="02020603050405020304" pitchFamily="18" charset="0"/>
              </a:rPr>
              <a:t>Objective</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To develop a deep learning-based automated brain tumor detection system using MRI images. </a:t>
            </a:r>
          </a:p>
          <a:p>
            <a:endParaRPr lang="en-IN" dirty="0">
              <a:solidFill>
                <a:schemeClr val="accent1">
                  <a:lumMod val="25000"/>
                  <a:lumOff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098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E78D-15F8-DC2E-82A9-B770BE1D6086}"/>
              </a:ext>
            </a:extLst>
          </p:cNvPr>
          <p:cNvSpPr>
            <a:spLocks noGrp="1"/>
          </p:cNvSpPr>
          <p:nvPr>
            <p:ph type="title"/>
          </p:nvPr>
        </p:nvSpPr>
        <p:spPr>
          <a:xfrm>
            <a:off x="236220" y="350520"/>
            <a:ext cx="8427720" cy="4495800"/>
          </a:xfrm>
        </p:spPr>
        <p:txBody>
          <a:bodyPr/>
          <a:lstStyle/>
          <a:p>
            <a:pPr algn="l"/>
            <a:r>
              <a:rPr lang="en-US" sz="1800" b="1" dirty="0">
                <a:solidFill>
                  <a:schemeClr val="tx2">
                    <a:lumMod val="40000"/>
                    <a:lumOff val="60000"/>
                  </a:schemeClr>
                </a:solidFill>
                <a:latin typeface="Times New Roman" panose="02020603050405020304" pitchFamily="18" charset="0"/>
                <a:cs typeface="Times New Roman" panose="02020603050405020304" pitchFamily="18" charset="0"/>
              </a:rPr>
              <a:t>Existing System</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Manual MRI image 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Time-consuming process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Requires experienced radiologists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Lower prediction accuracy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Difficult to handle large datasets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dirty="0">
                <a:solidFill>
                  <a:schemeClr val="tx2">
                    <a:lumMod val="40000"/>
                    <a:lumOff val="60000"/>
                  </a:schemeClr>
                </a:solidFill>
                <a:latin typeface="Times New Roman" panose="02020603050405020304" pitchFamily="18" charset="0"/>
                <a:cs typeface="Times New Roman" panose="02020603050405020304" pitchFamily="18" charset="0"/>
              </a:rPr>
              <a:t>Limitations</a:t>
            </a:r>
            <a:br>
              <a:rPr lang="en-IN" sz="1800" dirty="0">
                <a:solidFill>
                  <a:schemeClr val="tx2">
                    <a:lumMod val="40000"/>
                    <a:lumOff val="60000"/>
                  </a:schemeClr>
                </a:solidFill>
                <a:latin typeface="Times New Roman" panose="02020603050405020304" pitchFamily="18" charset="0"/>
                <a:cs typeface="Times New Roman" panose="02020603050405020304" pitchFamily="18" charset="0"/>
              </a:rPr>
            </a:br>
            <a:br>
              <a:rPr lang="en-IN" sz="1800" dirty="0">
                <a:solidFill>
                  <a:schemeClr val="tx2">
                    <a:lumMod val="40000"/>
                    <a:lumOff val="60000"/>
                  </a:schemeClr>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Human Errors</a:t>
            </a:r>
            <a:br>
              <a:rPr lang="en-IN" sz="1800" dirty="0">
                <a:solidFill>
                  <a:schemeClr val="tx1"/>
                </a:solidFill>
                <a:latin typeface="Times New Roman" panose="02020603050405020304" pitchFamily="18" charset="0"/>
                <a:cs typeface="Times New Roman" panose="02020603050405020304" pitchFamily="18" charset="0"/>
              </a:rPr>
            </a:b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Slow Diagnosis</a:t>
            </a:r>
            <a:br>
              <a:rPr lang="en-IN" sz="1800" dirty="0">
                <a:solidFill>
                  <a:schemeClr val="tx1"/>
                </a:solidFill>
                <a:latin typeface="Times New Roman" panose="02020603050405020304" pitchFamily="18" charset="0"/>
                <a:cs typeface="Times New Roman" panose="02020603050405020304" pitchFamily="18" charset="0"/>
              </a:rPr>
            </a:br>
            <a:br>
              <a:rPr lang="en-IN" sz="1800" dirty="0">
                <a:solidFill>
                  <a:schemeClr val="tx1"/>
                </a:solidFill>
                <a:latin typeface="Times New Roman" panose="02020603050405020304" pitchFamily="18" charset="0"/>
                <a:cs typeface="Times New Roman" panose="02020603050405020304" pitchFamily="18" charset="0"/>
              </a:rPr>
            </a:br>
            <a:r>
              <a:rPr lang="en-IN" sz="1800" dirty="0">
                <a:solidFill>
                  <a:schemeClr val="tx1"/>
                </a:solidFill>
                <a:latin typeface="Times New Roman" panose="02020603050405020304" pitchFamily="18" charset="0"/>
                <a:cs typeface="Times New Roman" panose="02020603050405020304" pitchFamily="18" charset="0"/>
              </a:rPr>
              <a:t>Inefficient feature extraction</a:t>
            </a:r>
            <a:br>
              <a:rPr lang="en-IN" sz="1800" dirty="0">
                <a:solidFill>
                  <a:schemeClr val="tx1"/>
                </a:solidFill>
                <a:latin typeface="Times New Roman" panose="02020603050405020304" pitchFamily="18" charset="0"/>
                <a:cs typeface="Times New Roman" panose="02020603050405020304" pitchFamily="18" charset="0"/>
              </a:rPr>
            </a:br>
            <a:br>
              <a:rPr lang="en-IN" sz="1800" dirty="0">
                <a:solidFill>
                  <a:schemeClr val="tx2">
                    <a:lumMod val="40000"/>
                    <a:lumOff val="60000"/>
                  </a:schemeClr>
                </a:solidFill>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IN" sz="1800" b="1"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54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26FDF-729C-2B1A-CF3A-BC642E122940}"/>
              </a:ext>
            </a:extLst>
          </p:cNvPr>
          <p:cNvSpPr>
            <a:spLocks noGrp="1"/>
          </p:cNvSpPr>
          <p:nvPr>
            <p:ph type="title"/>
          </p:nvPr>
        </p:nvSpPr>
        <p:spPr>
          <a:xfrm>
            <a:off x="0" y="1"/>
            <a:ext cx="8972550" cy="4900612"/>
          </a:xfrm>
        </p:spPr>
        <p:txBody>
          <a:bodyPr/>
          <a:lstStyle/>
          <a:p>
            <a:pPr algn="l"/>
            <a:r>
              <a:rPr lang="en-US" sz="1800" dirty="0">
                <a:solidFill>
                  <a:schemeClr val="tx2">
                    <a:lumMod val="60000"/>
                    <a:lumOff val="40000"/>
                  </a:schemeClr>
                </a:solidFill>
                <a:latin typeface="Times New Roman" panose="02020603050405020304" pitchFamily="18" charset="0"/>
                <a:cs typeface="Times New Roman" panose="02020603050405020304" pitchFamily="18" charset="0"/>
              </a:rPr>
              <a:t>Proposed System</a:t>
            </a:r>
            <a:br>
              <a:rPr lang="en-US" sz="1800" dirty="0">
                <a:solidFill>
                  <a:schemeClr val="tx2">
                    <a:lumMod val="60000"/>
                    <a:lumOff val="40000"/>
                  </a:schemeClr>
                </a:solidFill>
                <a:latin typeface="Times New Roman" panose="02020603050405020304" pitchFamily="18" charset="0"/>
                <a:cs typeface="Times New Roman" panose="02020603050405020304" pitchFamily="18" charset="0"/>
              </a:rPr>
            </a:br>
            <a:br>
              <a:rPr lang="en-US" sz="1800" dirty="0">
                <a:solidFill>
                  <a:schemeClr val="tx2">
                    <a:lumMod val="60000"/>
                    <a:lumOff val="40000"/>
                  </a:schemeClr>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Automated Brain </a:t>
            </a:r>
            <a:r>
              <a:rPr lang="en-US" sz="1800" dirty="0" err="1">
                <a:solidFill>
                  <a:schemeClr val="tx1"/>
                </a:solidFill>
                <a:latin typeface="Times New Roman" panose="02020603050405020304" pitchFamily="18" charset="0"/>
                <a:cs typeface="Times New Roman" panose="02020603050405020304" pitchFamily="18" charset="0"/>
              </a:rPr>
              <a:t>Tumour</a:t>
            </a:r>
            <a:r>
              <a:rPr lang="en-US" sz="1800" dirty="0">
                <a:solidFill>
                  <a:schemeClr val="tx1"/>
                </a:solidFill>
                <a:latin typeface="Times New Roman" panose="02020603050405020304" pitchFamily="18" charset="0"/>
                <a:cs typeface="Times New Roman" panose="02020603050405020304" pitchFamily="18" charset="0"/>
              </a:rPr>
              <a:t> Detection Using Deep Learning</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Hybrid CNN + </a:t>
            </a:r>
            <a:r>
              <a:rPr lang="en-US" sz="1800" dirty="0" err="1">
                <a:solidFill>
                  <a:schemeClr val="tx1"/>
                </a:solidFill>
                <a:latin typeface="Times New Roman" panose="02020603050405020304" pitchFamily="18" charset="0"/>
                <a:cs typeface="Times New Roman" panose="02020603050405020304" pitchFamily="18" charset="0"/>
              </a:rPr>
              <a:t>EfficientNet</a:t>
            </a:r>
            <a:r>
              <a:rPr lang="en-US" sz="1800" dirty="0">
                <a:solidFill>
                  <a:schemeClr val="tx1"/>
                </a:solidFill>
                <a:latin typeface="Times New Roman" panose="02020603050405020304" pitchFamily="18" charset="0"/>
                <a:cs typeface="Times New Roman" panose="02020603050405020304" pitchFamily="18" charset="0"/>
              </a:rPr>
              <a:t> model</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Automatic Feature Extraction</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Faster and more accurate </a:t>
            </a:r>
            <a:r>
              <a:rPr lang="en-US" sz="1800" dirty="0" err="1">
                <a:solidFill>
                  <a:schemeClr val="tx1"/>
                </a:solidFill>
                <a:latin typeface="Times New Roman" panose="02020603050405020304" pitchFamily="18" charset="0"/>
                <a:cs typeface="Times New Roman" panose="02020603050405020304" pitchFamily="18" charset="0"/>
              </a:rPr>
              <a:t>predicitions</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Improved classification performance</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rgbClr val="0070C0"/>
                </a:solidFill>
                <a:latin typeface="Times New Roman" panose="02020603050405020304" pitchFamily="18" charset="0"/>
                <a:cs typeface="Times New Roman" panose="02020603050405020304" pitchFamily="18" charset="0"/>
              </a:rPr>
              <a:t>Advantages</a:t>
            </a:r>
            <a:br>
              <a:rPr lang="en-US" sz="1800" dirty="0">
                <a:solidFill>
                  <a:schemeClr val="bg2">
                    <a:lumMod val="90000"/>
                  </a:schemeClr>
                </a:solidFill>
                <a:latin typeface="Times New Roman" panose="02020603050405020304" pitchFamily="18" charset="0"/>
                <a:cs typeface="Times New Roman" panose="02020603050405020304" pitchFamily="18" charset="0"/>
              </a:rPr>
            </a:br>
            <a:br>
              <a:rPr lang="en-US" sz="1800" dirty="0">
                <a:solidFill>
                  <a:schemeClr val="bg2">
                    <a:lumMod val="90000"/>
                  </a:schemeClr>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High accuracy</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Reduced human effort</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Faster Diagnosis</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Better Feature Learning</a:t>
            </a:r>
            <a:br>
              <a:rPr lang="en-US" sz="1800" dirty="0">
                <a:solidFill>
                  <a:schemeClr val="bg2">
                    <a:lumMod val="90000"/>
                  </a:schemeClr>
                </a:solidFill>
                <a:latin typeface="Times New Roman" panose="02020603050405020304" pitchFamily="18" charset="0"/>
                <a:cs typeface="Times New Roman" panose="02020603050405020304" pitchFamily="18" charset="0"/>
              </a:rPr>
            </a:br>
            <a:endParaRPr lang="en-IN" sz="1800" dirty="0">
              <a:solidFill>
                <a:schemeClr val="bg2">
                  <a:lumMod val="9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437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7FA82-ADFB-D101-5D3D-DBE86A19B26F}"/>
              </a:ext>
            </a:extLst>
          </p:cNvPr>
          <p:cNvSpPr>
            <a:spLocks noGrp="1"/>
          </p:cNvSpPr>
          <p:nvPr>
            <p:ph type="title"/>
          </p:nvPr>
        </p:nvSpPr>
        <p:spPr>
          <a:xfrm>
            <a:off x="242888" y="978984"/>
            <a:ext cx="7486650" cy="3271838"/>
          </a:xfrm>
        </p:spPr>
        <p:txBody>
          <a:bodyPr/>
          <a:lstStyle/>
          <a:p>
            <a:r>
              <a:rPr lang="en-US" sz="1600" dirty="0">
                <a:solidFill>
                  <a:srgbClr val="0070C0"/>
                </a:solidFill>
                <a:latin typeface="Times New Roman" panose="02020603050405020304" pitchFamily="18" charset="0"/>
                <a:cs typeface="Times New Roman" panose="02020603050405020304" pitchFamily="18" charset="0"/>
              </a:rPr>
              <a:t>Existing vs Proposed System</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CA51D32-514A-1165-016E-84A0DC01D8A3}"/>
              </a:ext>
            </a:extLst>
          </p:cNvPr>
          <p:cNvGraphicFramePr>
            <a:graphicFrameLocks noGrp="1"/>
          </p:cNvGraphicFramePr>
          <p:nvPr>
            <p:extLst>
              <p:ext uri="{D42A27DB-BD31-4B8C-83A1-F6EECF244321}">
                <p14:modId xmlns:p14="http://schemas.microsoft.com/office/powerpoint/2010/main" val="1006425677"/>
              </p:ext>
            </p:extLst>
          </p:nvPr>
        </p:nvGraphicFramePr>
        <p:xfrm>
          <a:off x="685800" y="1307594"/>
          <a:ext cx="7772400" cy="2943228"/>
        </p:xfrm>
        <a:graphic>
          <a:graphicData uri="http://schemas.openxmlformats.org/drawingml/2006/table">
            <a:tbl>
              <a:tblPr>
                <a:tableStyleId>{69C7853C-536D-4A76-A0AE-DD22124D55A5}</a:tableStyleId>
              </a:tblPr>
              <a:tblGrid>
                <a:gridCol w="3886200">
                  <a:extLst>
                    <a:ext uri="{9D8B030D-6E8A-4147-A177-3AD203B41FA5}">
                      <a16:colId xmlns:a16="http://schemas.microsoft.com/office/drawing/2014/main" val="1805733189"/>
                    </a:ext>
                  </a:extLst>
                </a:gridCol>
                <a:gridCol w="3886200">
                  <a:extLst>
                    <a:ext uri="{9D8B030D-6E8A-4147-A177-3AD203B41FA5}">
                      <a16:colId xmlns:a16="http://schemas.microsoft.com/office/drawing/2014/main" val="550886209"/>
                    </a:ext>
                  </a:extLst>
                </a:gridCol>
              </a:tblGrid>
              <a:tr h="490538">
                <a:tc>
                  <a:txBody>
                    <a:bodyPr/>
                    <a:lstStyle/>
                    <a:p>
                      <a:pPr>
                        <a:buNone/>
                      </a:pPr>
                      <a:r>
                        <a:rPr lang="en-IN" sz="1400" dirty="0">
                          <a:solidFill>
                            <a:schemeClr val="tx2"/>
                          </a:solidFill>
                        </a:rPr>
                        <a:t>Existing System</a:t>
                      </a:r>
                    </a:p>
                  </a:txBody>
                  <a:tcPr anchor="ctr"/>
                </a:tc>
                <a:tc>
                  <a:txBody>
                    <a:bodyPr/>
                    <a:lstStyle/>
                    <a:p>
                      <a:pPr>
                        <a:buNone/>
                      </a:pPr>
                      <a:r>
                        <a:rPr lang="en-IN" sz="1400" dirty="0">
                          <a:solidFill>
                            <a:schemeClr val="tx2"/>
                          </a:solidFill>
                        </a:rPr>
                        <a:t>Proposed System</a:t>
                      </a:r>
                    </a:p>
                  </a:txBody>
                  <a:tcPr anchor="ctr"/>
                </a:tc>
                <a:extLst>
                  <a:ext uri="{0D108BD9-81ED-4DB2-BD59-A6C34878D82A}">
                    <a16:rowId xmlns:a16="http://schemas.microsoft.com/office/drawing/2014/main" val="3002917271"/>
                  </a:ext>
                </a:extLst>
              </a:tr>
              <a:tr h="490538">
                <a:tc>
                  <a:txBody>
                    <a:bodyPr/>
                    <a:lstStyle/>
                    <a:p>
                      <a:pPr>
                        <a:buNone/>
                      </a:pPr>
                      <a:r>
                        <a:rPr lang="en-IN" sz="1400"/>
                        <a:t>Manual analysis</a:t>
                      </a:r>
                    </a:p>
                  </a:txBody>
                  <a:tcPr anchor="ctr"/>
                </a:tc>
                <a:tc>
                  <a:txBody>
                    <a:bodyPr/>
                    <a:lstStyle/>
                    <a:p>
                      <a:pPr>
                        <a:buNone/>
                      </a:pPr>
                      <a:r>
                        <a:rPr lang="en-IN" sz="1400"/>
                        <a:t>Automated detection</a:t>
                      </a:r>
                    </a:p>
                  </a:txBody>
                  <a:tcPr anchor="ctr"/>
                </a:tc>
                <a:extLst>
                  <a:ext uri="{0D108BD9-81ED-4DB2-BD59-A6C34878D82A}">
                    <a16:rowId xmlns:a16="http://schemas.microsoft.com/office/drawing/2014/main" val="2213375042"/>
                  </a:ext>
                </a:extLst>
              </a:tr>
              <a:tr h="490538">
                <a:tc>
                  <a:txBody>
                    <a:bodyPr/>
                    <a:lstStyle/>
                    <a:p>
                      <a:pPr>
                        <a:buNone/>
                      </a:pPr>
                      <a:r>
                        <a:rPr lang="en-IN" sz="1400" dirty="0"/>
                        <a:t>Lower accuracy</a:t>
                      </a:r>
                    </a:p>
                  </a:txBody>
                  <a:tcPr anchor="ctr"/>
                </a:tc>
                <a:tc>
                  <a:txBody>
                    <a:bodyPr/>
                    <a:lstStyle/>
                    <a:p>
                      <a:pPr>
                        <a:buNone/>
                      </a:pPr>
                      <a:r>
                        <a:rPr lang="en-IN" sz="1400"/>
                        <a:t>Higher accuracy</a:t>
                      </a:r>
                    </a:p>
                  </a:txBody>
                  <a:tcPr anchor="ctr"/>
                </a:tc>
                <a:extLst>
                  <a:ext uri="{0D108BD9-81ED-4DB2-BD59-A6C34878D82A}">
                    <a16:rowId xmlns:a16="http://schemas.microsoft.com/office/drawing/2014/main" val="615881659"/>
                  </a:ext>
                </a:extLst>
              </a:tr>
              <a:tr h="490538">
                <a:tc>
                  <a:txBody>
                    <a:bodyPr/>
                    <a:lstStyle/>
                    <a:p>
                      <a:pPr>
                        <a:buNone/>
                      </a:pPr>
                      <a:r>
                        <a:rPr lang="en-IN" sz="1400" dirty="0"/>
                        <a:t>Slow processing</a:t>
                      </a:r>
                    </a:p>
                  </a:txBody>
                  <a:tcPr anchor="ctr"/>
                </a:tc>
                <a:tc>
                  <a:txBody>
                    <a:bodyPr/>
                    <a:lstStyle/>
                    <a:p>
                      <a:pPr>
                        <a:buNone/>
                      </a:pPr>
                      <a:r>
                        <a:rPr lang="en-IN" sz="1400" dirty="0"/>
                        <a:t>Fast prediction</a:t>
                      </a:r>
                    </a:p>
                  </a:txBody>
                  <a:tcPr anchor="ctr"/>
                </a:tc>
                <a:extLst>
                  <a:ext uri="{0D108BD9-81ED-4DB2-BD59-A6C34878D82A}">
                    <a16:rowId xmlns:a16="http://schemas.microsoft.com/office/drawing/2014/main" val="1629362655"/>
                  </a:ext>
                </a:extLst>
              </a:tr>
              <a:tr h="490538">
                <a:tc>
                  <a:txBody>
                    <a:bodyPr/>
                    <a:lstStyle/>
                    <a:p>
                      <a:pPr>
                        <a:buNone/>
                      </a:pPr>
                      <a:r>
                        <a:rPr lang="en-IN" sz="1400"/>
                        <a:t>Human dependency</a:t>
                      </a:r>
                    </a:p>
                  </a:txBody>
                  <a:tcPr anchor="ctr"/>
                </a:tc>
                <a:tc>
                  <a:txBody>
                    <a:bodyPr/>
                    <a:lstStyle/>
                    <a:p>
                      <a:pPr>
                        <a:buNone/>
                      </a:pPr>
                      <a:r>
                        <a:rPr lang="en-IN" sz="1400"/>
                        <a:t>AI-based system</a:t>
                      </a:r>
                    </a:p>
                  </a:txBody>
                  <a:tcPr anchor="ctr"/>
                </a:tc>
                <a:extLst>
                  <a:ext uri="{0D108BD9-81ED-4DB2-BD59-A6C34878D82A}">
                    <a16:rowId xmlns:a16="http://schemas.microsoft.com/office/drawing/2014/main" val="1319522204"/>
                  </a:ext>
                </a:extLst>
              </a:tr>
              <a:tr h="490538">
                <a:tc>
                  <a:txBody>
                    <a:bodyPr/>
                    <a:lstStyle/>
                    <a:p>
                      <a:pPr>
                        <a:buNone/>
                      </a:pPr>
                      <a:r>
                        <a:rPr lang="en-IN" sz="1400"/>
                        <a:t>Basic methods</a:t>
                      </a:r>
                    </a:p>
                  </a:txBody>
                  <a:tcPr anchor="ctr"/>
                </a:tc>
                <a:tc>
                  <a:txBody>
                    <a:bodyPr/>
                    <a:lstStyle/>
                    <a:p>
                      <a:pPr>
                        <a:buNone/>
                      </a:pPr>
                      <a:r>
                        <a:rPr lang="en-IN" sz="1400" dirty="0"/>
                        <a:t>CNN + </a:t>
                      </a:r>
                      <a:r>
                        <a:rPr lang="en-IN" sz="1400" dirty="0" err="1"/>
                        <a:t>EfficientNet</a:t>
                      </a:r>
                      <a:endParaRPr lang="en-IN" sz="1400" dirty="0"/>
                    </a:p>
                  </a:txBody>
                  <a:tcPr anchor="ctr"/>
                </a:tc>
                <a:extLst>
                  <a:ext uri="{0D108BD9-81ED-4DB2-BD59-A6C34878D82A}">
                    <a16:rowId xmlns:a16="http://schemas.microsoft.com/office/drawing/2014/main" val="3547265380"/>
                  </a:ext>
                </a:extLst>
              </a:tr>
            </a:tbl>
          </a:graphicData>
        </a:graphic>
      </p:graphicFrame>
    </p:spTree>
    <p:extLst>
      <p:ext uri="{BB962C8B-B14F-4D97-AF65-F5344CB8AC3E}">
        <p14:creationId xmlns:p14="http://schemas.microsoft.com/office/powerpoint/2010/main" val="314140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554BB-3309-9C9A-41DB-CA1184728B17}"/>
              </a:ext>
            </a:extLst>
          </p:cNvPr>
          <p:cNvSpPr>
            <a:spLocks noGrp="1"/>
          </p:cNvSpPr>
          <p:nvPr>
            <p:ph type="title"/>
          </p:nvPr>
        </p:nvSpPr>
        <p:spPr>
          <a:xfrm>
            <a:off x="0" y="416688"/>
            <a:ext cx="6826050" cy="3819646"/>
          </a:xfrm>
        </p:spPr>
        <p:txBody>
          <a:bodyPr/>
          <a:lstStyle/>
          <a:p>
            <a:pPr algn="l"/>
            <a:r>
              <a:rPr lang="en-IN" sz="1800" b="1" dirty="0">
                <a:solidFill>
                  <a:schemeClr val="tx2"/>
                </a:solidFill>
                <a:latin typeface="Times New Roman" panose="02020603050405020304" pitchFamily="18" charset="0"/>
                <a:cs typeface="Times New Roman" panose="02020603050405020304" pitchFamily="18" charset="0"/>
              </a:rPr>
              <a:t>Technologies used</a:t>
            </a:r>
            <a:br>
              <a:rPr lang="en-IN" sz="1800" b="1" dirty="0">
                <a:solidFill>
                  <a:schemeClr val="tx2"/>
                </a:solidFill>
                <a:latin typeface="Times New Roman" panose="02020603050405020304" pitchFamily="18" charset="0"/>
                <a:cs typeface="Times New Roman" panose="02020603050405020304" pitchFamily="18" charset="0"/>
              </a:rPr>
            </a:br>
            <a:br>
              <a:rPr lang="en-IN" sz="1200" b="1" dirty="0">
                <a:solidFill>
                  <a:schemeClr val="tx2"/>
                </a:solidFill>
                <a:latin typeface="Times New Roman" panose="02020603050405020304" pitchFamily="18" charset="0"/>
                <a:cs typeface="Times New Roman" panose="02020603050405020304" pitchFamily="18" charset="0"/>
              </a:rPr>
            </a:br>
            <a:r>
              <a:rPr lang="en-IN" sz="1200" b="1" dirty="0">
                <a:solidFill>
                  <a:schemeClr val="tx2"/>
                </a:solidFill>
                <a:latin typeface="Times New Roman" panose="02020603050405020304" pitchFamily="18" charset="0"/>
                <a:cs typeface="Times New Roman" panose="02020603050405020304" pitchFamily="18" charset="0"/>
              </a:rPr>
              <a:t>Programming Language</a:t>
            </a:r>
            <a:br>
              <a:rPr lang="en-IN" sz="1200" b="1" dirty="0">
                <a:solidFill>
                  <a:schemeClr val="tx2"/>
                </a:solidFill>
                <a:latin typeface="Times New Roman" panose="02020603050405020304" pitchFamily="18" charset="0"/>
                <a:cs typeface="Times New Roman" panose="02020603050405020304" pitchFamily="18" charset="0"/>
              </a:rPr>
            </a:br>
            <a:br>
              <a:rPr lang="en-IN" sz="1200" b="1"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Python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b="1" dirty="0">
                <a:solidFill>
                  <a:schemeClr val="tx2"/>
                </a:solidFill>
                <a:latin typeface="Times New Roman" panose="02020603050405020304" pitchFamily="18" charset="0"/>
                <a:cs typeface="Times New Roman" panose="02020603050405020304" pitchFamily="18" charset="0"/>
              </a:rPr>
              <a:t>Libraries &amp; Frameworks</a:t>
            </a:r>
            <a:br>
              <a:rPr lang="en-IN" sz="1200" b="1" dirty="0">
                <a:solidFill>
                  <a:schemeClr val="tx2"/>
                </a:solidFill>
                <a:latin typeface="Times New Roman" panose="02020603050405020304" pitchFamily="18" charset="0"/>
                <a:cs typeface="Times New Roman" panose="02020603050405020304" pitchFamily="18" charset="0"/>
              </a:rPr>
            </a:br>
            <a:br>
              <a:rPr lang="en-IN" sz="1200" b="1"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TensorFlow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Keras</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OpenCV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NumPy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Matplotlib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Scikit-learn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b="1" dirty="0">
                <a:solidFill>
                  <a:schemeClr val="tx2"/>
                </a:solidFill>
                <a:latin typeface="Times New Roman" panose="02020603050405020304" pitchFamily="18" charset="0"/>
                <a:cs typeface="Times New Roman" panose="02020603050405020304" pitchFamily="18" charset="0"/>
              </a:rPr>
              <a:t>Tools</a:t>
            </a:r>
            <a:br>
              <a:rPr lang="en-IN" sz="1200" b="1" dirty="0">
                <a:solidFill>
                  <a:schemeClr val="tx2"/>
                </a:solidFill>
                <a:latin typeface="Times New Roman" panose="02020603050405020304" pitchFamily="18" charset="0"/>
                <a:cs typeface="Times New Roman" panose="02020603050405020304" pitchFamily="18" charset="0"/>
              </a:rPr>
            </a:br>
            <a:br>
              <a:rPr lang="en-IN" sz="1200" b="1"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Google </a:t>
            </a:r>
            <a:r>
              <a:rPr lang="en-IN" sz="1200" dirty="0" err="1">
                <a:latin typeface="Times New Roman" panose="02020603050405020304" pitchFamily="18" charset="0"/>
                <a:cs typeface="Times New Roman" panose="02020603050405020304" pitchFamily="18" charset="0"/>
              </a:rPr>
              <a:t>Colab</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Jupyter</a:t>
            </a:r>
            <a:r>
              <a:rPr lang="en-IN" sz="1200" dirty="0">
                <a:latin typeface="Times New Roman" panose="02020603050405020304" pitchFamily="18" charset="0"/>
                <a:cs typeface="Times New Roman" panose="02020603050405020304" pitchFamily="18" charset="0"/>
              </a:rPr>
              <a:t> Notebook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VS Code </a:t>
            </a:r>
            <a:br>
              <a:rPr lang="en-IN" sz="1200" dirty="0">
                <a:latin typeface="Times New Roman" panose="02020603050405020304" pitchFamily="18" charset="0"/>
                <a:cs typeface="Times New Roman" panose="02020603050405020304" pitchFamily="18" charset="0"/>
              </a:rPr>
            </a:br>
            <a:br>
              <a:rPr lang="en-IN" sz="1200" dirty="0">
                <a:latin typeface="Times New Roman" panose="02020603050405020304" pitchFamily="18" charset="0"/>
                <a:cs typeface="Times New Roman" panose="02020603050405020304" pitchFamily="18" charset="0"/>
              </a:rPr>
            </a:br>
            <a:r>
              <a:rPr lang="en-IN" sz="1200" b="1" dirty="0">
                <a:solidFill>
                  <a:schemeClr val="tx2"/>
                </a:solidFill>
                <a:latin typeface="Times New Roman" panose="02020603050405020304" pitchFamily="18" charset="0"/>
                <a:cs typeface="Times New Roman" panose="02020603050405020304" pitchFamily="18" charset="0"/>
              </a:rPr>
              <a:t>Dataset</a:t>
            </a:r>
            <a:br>
              <a:rPr lang="en-IN" sz="1200" b="1" dirty="0">
                <a:solidFill>
                  <a:schemeClr val="tx2"/>
                </a:solidFill>
                <a:latin typeface="Times New Roman" panose="02020603050405020304" pitchFamily="18" charset="0"/>
                <a:cs typeface="Times New Roman" panose="02020603050405020304" pitchFamily="18" charset="0"/>
              </a:rPr>
            </a:br>
            <a:br>
              <a:rPr lang="en-IN" sz="1200" b="1"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Brain MRI Image Dataset</a:t>
            </a:r>
          </a:p>
        </p:txBody>
      </p:sp>
    </p:spTree>
    <p:extLst>
      <p:ext uri="{BB962C8B-B14F-4D97-AF65-F5344CB8AC3E}">
        <p14:creationId xmlns:p14="http://schemas.microsoft.com/office/powerpoint/2010/main" val="1023804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6E8E-0980-8336-A59B-627DA85F8AC1}"/>
              </a:ext>
            </a:extLst>
          </p:cNvPr>
          <p:cNvSpPr>
            <a:spLocks noGrp="1"/>
          </p:cNvSpPr>
          <p:nvPr>
            <p:ph type="title"/>
          </p:nvPr>
        </p:nvSpPr>
        <p:spPr/>
        <p:txBody>
          <a:bodyPr/>
          <a:lstStyle/>
          <a:p>
            <a:r>
              <a:rPr lang="en-US" sz="2400" dirty="0">
                <a:solidFill>
                  <a:schemeClr val="tx2"/>
                </a:solidFill>
                <a:latin typeface="Times New Roman" panose="02020603050405020304" pitchFamily="18" charset="0"/>
                <a:cs typeface="Times New Roman" panose="02020603050405020304" pitchFamily="18" charset="0"/>
              </a:rPr>
              <a:t>System Architecture /workflow</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FA019333-2516-B1A2-3692-D24C9F82CA03}"/>
              </a:ext>
            </a:extLst>
          </p:cNvPr>
          <p:cNvGrpSpPr>
            <a:grpSpLocks/>
          </p:cNvGrpSpPr>
          <p:nvPr/>
        </p:nvGrpSpPr>
        <p:grpSpPr>
          <a:xfrm>
            <a:off x="2446020" y="1440180"/>
            <a:ext cx="3923665" cy="3314700"/>
            <a:chOff x="6095" y="6095"/>
            <a:chExt cx="3589275" cy="3255671"/>
          </a:xfrm>
        </p:grpSpPr>
        <p:sp>
          <p:nvSpPr>
            <p:cNvPr id="4" name="Graphic 9">
              <a:extLst>
                <a:ext uri="{FF2B5EF4-FFF2-40B4-BE49-F238E27FC236}">
                  <a16:creationId xmlns:a16="http://schemas.microsoft.com/office/drawing/2014/main" id="{C78BA154-2ECC-1FE4-80A8-0DB2085F6706}"/>
                </a:ext>
              </a:extLst>
            </p:cNvPr>
            <p:cNvSpPr/>
            <p:nvPr/>
          </p:nvSpPr>
          <p:spPr>
            <a:xfrm>
              <a:off x="76200" y="426719"/>
              <a:ext cx="407034" cy="356870"/>
            </a:xfrm>
            <a:custGeom>
              <a:avLst/>
              <a:gdLst/>
              <a:ahLst/>
              <a:cxnLst/>
              <a:rect l="l" t="t" r="r" b="b"/>
              <a:pathLst>
                <a:path w="407034" h="356870">
                  <a:moveTo>
                    <a:pt x="117093" y="0"/>
                  </a:moveTo>
                  <a:lnTo>
                    <a:pt x="0" y="0"/>
                  </a:lnTo>
                  <a:lnTo>
                    <a:pt x="0" y="326009"/>
                  </a:lnTo>
                  <a:lnTo>
                    <a:pt x="279272" y="326009"/>
                  </a:lnTo>
                  <a:lnTo>
                    <a:pt x="279272" y="356616"/>
                  </a:lnTo>
                  <a:lnTo>
                    <a:pt x="406907" y="267462"/>
                  </a:lnTo>
                  <a:lnTo>
                    <a:pt x="279272" y="178308"/>
                  </a:lnTo>
                  <a:lnTo>
                    <a:pt x="279272" y="208915"/>
                  </a:lnTo>
                  <a:lnTo>
                    <a:pt x="117093" y="208915"/>
                  </a:lnTo>
                  <a:lnTo>
                    <a:pt x="117093"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5" name="Graphic 10">
              <a:extLst>
                <a:ext uri="{FF2B5EF4-FFF2-40B4-BE49-F238E27FC236}">
                  <a16:creationId xmlns:a16="http://schemas.microsoft.com/office/drawing/2014/main" id="{C890F8FF-7AF6-0295-3914-37DE3DEA07F6}"/>
                </a:ext>
              </a:extLst>
            </p:cNvPr>
            <p:cNvSpPr/>
            <p:nvPr/>
          </p:nvSpPr>
          <p:spPr>
            <a:xfrm>
              <a:off x="6095" y="6095"/>
              <a:ext cx="600710" cy="421005"/>
            </a:xfrm>
            <a:custGeom>
              <a:avLst/>
              <a:gdLst/>
              <a:ahLst/>
              <a:cxnLst/>
              <a:rect l="l" t="t" r="r" b="b"/>
              <a:pathLst>
                <a:path w="600710" h="421005">
                  <a:moveTo>
                    <a:pt x="530351" y="0"/>
                  </a:moveTo>
                  <a:lnTo>
                    <a:pt x="70104" y="0"/>
                  </a:lnTo>
                  <a:lnTo>
                    <a:pt x="42799" y="5587"/>
                  </a:lnTo>
                  <a:lnTo>
                    <a:pt x="20574" y="20574"/>
                  </a:lnTo>
                  <a:lnTo>
                    <a:pt x="5461" y="42799"/>
                  </a:lnTo>
                  <a:lnTo>
                    <a:pt x="0" y="70104"/>
                  </a:lnTo>
                  <a:lnTo>
                    <a:pt x="0" y="350520"/>
                  </a:lnTo>
                  <a:lnTo>
                    <a:pt x="5461" y="377825"/>
                  </a:lnTo>
                  <a:lnTo>
                    <a:pt x="20574" y="400177"/>
                  </a:lnTo>
                  <a:lnTo>
                    <a:pt x="42799" y="415163"/>
                  </a:lnTo>
                  <a:lnTo>
                    <a:pt x="70104" y="420624"/>
                  </a:lnTo>
                  <a:lnTo>
                    <a:pt x="530351" y="420624"/>
                  </a:lnTo>
                  <a:lnTo>
                    <a:pt x="557657" y="415163"/>
                  </a:lnTo>
                  <a:lnTo>
                    <a:pt x="579882" y="400177"/>
                  </a:lnTo>
                  <a:lnTo>
                    <a:pt x="594994" y="377825"/>
                  </a:lnTo>
                  <a:lnTo>
                    <a:pt x="600456" y="350520"/>
                  </a:lnTo>
                  <a:lnTo>
                    <a:pt x="600456" y="70104"/>
                  </a:lnTo>
                  <a:lnTo>
                    <a:pt x="594994" y="42799"/>
                  </a:lnTo>
                  <a:lnTo>
                    <a:pt x="579882" y="20574"/>
                  </a:lnTo>
                  <a:lnTo>
                    <a:pt x="557657" y="5587"/>
                  </a:lnTo>
                  <a:lnTo>
                    <a:pt x="530351"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6" name="Graphic 11">
              <a:extLst>
                <a:ext uri="{FF2B5EF4-FFF2-40B4-BE49-F238E27FC236}">
                  <a16:creationId xmlns:a16="http://schemas.microsoft.com/office/drawing/2014/main" id="{70DD567F-329A-A21E-638D-C21747FB746F}"/>
                </a:ext>
              </a:extLst>
            </p:cNvPr>
            <p:cNvSpPr/>
            <p:nvPr/>
          </p:nvSpPr>
          <p:spPr>
            <a:xfrm>
              <a:off x="6095" y="6095"/>
              <a:ext cx="600710" cy="421005"/>
            </a:xfrm>
            <a:custGeom>
              <a:avLst/>
              <a:gdLst/>
              <a:ahLst/>
              <a:cxnLst/>
              <a:rect l="l" t="t" r="r" b="b"/>
              <a:pathLst>
                <a:path w="600710" h="421005">
                  <a:moveTo>
                    <a:pt x="0" y="70104"/>
                  </a:moveTo>
                  <a:lnTo>
                    <a:pt x="5461" y="42799"/>
                  </a:lnTo>
                  <a:lnTo>
                    <a:pt x="20574" y="20574"/>
                  </a:lnTo>
                  <a:lnTo>
                    <a:pt x="42799" y="5587"/>
                  </a:lnTo>
                  <a:lnTo>
                    <a:pt x="70104" y="0"/>
                  </a:lnTo>
                  <a:lnTo>
                    <a:pt x="530351" y="0"/>
                  </a:lnTo>
                  <a:lnTo>
                    <a:pt x="557657" y="5587"/>
                  </a:lnTo>
                  <a:lnTo>
                    <a:pt x="579882" y="20574"/>
                  </a:lnTo>
                  <a:lnTo>
                    <a:pt x="594994" y="42799"/>
                  </a:lnTo>
                  <a:lnTo>
                    <a:pt x="600456" y="70104"/>
                  </a:lnTo>
                  <a:lnTo>
                    <a:pt x="600456" y="350520"/>
                  </a:lnTo>
                  <a:lnTo>
                    <a:pt x="594994" y="377825"/>
                  </a:lnTo>
                  <a:lnTo>
                    <a:pt x="579882" y="400177"/>
                  </a:lnTo>
                  <a:lnTo>
                    <a:pt x="557657" y="415163"/>
                  </a:lnTo>
                  <a:lnTo>
                    <a:pt x="530351" y="420624"/>
                  </a:lnTo>
                  <a:lnTo>
                    <a:pt x="70104" y="420624"/>
                  </a:lnTo>
                  <a:lnTo>
                    <a:pt x="42799" y="415163"/>
                  </a:lnTo>
                  <a:lnTo>
                    <a:pt x="20574" y="400177"/>
                  </a:lnTo>
                  <a:lnTo>
                    <a:pt x="5461" y="377825"/>
                  </a:lnTo>
                  <a:lnTo>
                    <a:pt x="0" y="350520"/>
                  </a:lnTo>
                  <a:lnTo>
                    <a:pt x="0" y="70104"/>
                  </a:lnTo>
                  <a:close/>
                </a:path>
              </a:pathLst>
            </a:custGeom>
            <a:ln w="12192">
              <a:solidFill>
                <a:srgbClr val="FFFFFF"/>
              </a:solidFill>
              <a:prstDash val="solid"/>
            </a:ln>
          </p:spPr>
          <p:txBody>
            <a:bodyPr wrap="square" lIns="0" tIns="0" rIns="0" bIns="0" rtlCol="0">
              <a:prstTxWarp prst="textNoShape">
                <a:avLst/>
              </a:prstTxWarp>
              <a:noAutofit/>
            </a:bodyPr>
            <a:lstStyle/>
            <a:p>
              <a:endParaRPr lang="en-IN"/>
            </a:p>
          </p:txBody>
        </p:sp>
        <p:sp>
          <p:nvSpPr>
            <p:cNvPr id="7" name="Graphic 12">
              <a:extLst>
                <a:ext uri="{FF2B5EF4-FFF2-40B4-BE49-F238E27FC236}">
                  <a16:creationId xmlns:a16="http://schemas.microsoft.com/office/drawing/2014/main" id="{DC59DE91-6DC6-7408-EF3F-02DDE43E8FF6}"/>
                </a:ext>
              </a:extLst>
            </p:cNvPr>
            <p:cNvSpPr/>
            <p:nvPr/>
          </p:nvSpPr>
          <p:spPr>
            <a:xfrm>
              <a:off x="574548" y="899160"/>
              <a:ext cx="405765" cy="356870"/>
            </a:xfrm>
            <a:custGeom>
              <a:avLst/>
              <a:gdLst/>
              <a:ahLst/>
              <a:cxnLst/>
              <a:rect l="l" t="t" r="r" b="b"/>
              <a:pathLst>
                <a:path w="405765" h="356870">
                  <a:moveTo>
                    <a:pt x="117094" y="0"/>
                  </a:moveTo>
                  <a:lnTo>
                    <a:pt x="0" y="0"/>
                  </a:lnTo>
                  <a:lnTo>
                    <a:pt x="0" y="326008"/>
                  </a:lnTo>
                  <a:lnTo>
                    <a:pt x="277749" y="326008"/>
                  </a:lnTo>
                  <a:lnTo>
                    <a:pt x="277749" y="356615"/>
                  </a:lnTo>
                  <a:lnTo>
                    <a:pt x="405384" y="267461"/>
                  </a:lnTo>
                  <a:lnTo>
                    <a:pt x="277749" y="178307"/>
                  </a:lnTo>
                  <a:lnTo>
                    <a:pt x="277749" y="208914"/>
                  </a:lnTo>
                  <a:lnTo>
                    <a:pt x="117094" y="208914"/>
                  </a:lnTo>
                  <a:lnTo>
                    <a:pt x="117094"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8" name="Graphic 13">
              <a:extLst>
                <a:ext uri="{FF2B5EF4-FFF2-40B4-BE49-F238E27FC236}">
                  <a16:creationId xmlns:a16="http://schemas.microsoft.com/office/drawing/2014/main" id="{39FD3196-7ED7-BEBE-B072-BCACF453645F}"/>
                </a:ext>
              </a:extLst>
            </p:cNvPr>
            <p:cNvSpPr/>
            <p:nvPr/>
          </p:nvSpPr>
          <p:spPr>
            <a:xfrm>
              <a:off x="504444" y="478536"/>
              <a:ext cx="600710" cy="421005"/>
            </a:xfrm>
            <a:custGeom>
              <a:avLst/>
              <a:gdLst/>
              <a:ahLst/>
              <a:cxnLst/>
              <a:rect l="l" t="t" r="r" b="b"/>
              <a:pathLst>
                <a:path w="600710" h="421005">
                  <a:moveTo>
                    <a:pt x="530351" y="0"/>
                  </a:moveTo>
                  <a:lnTo>
                    <a:pt x="70103" y="0"/>
                  </a:lnTo>
                  <a:lnTo>
                    <a:pt x="42799" y="5587"/>
                  </a:lnTo>
                  <a:lnTo>
                    <a:pt x="20574" y="20573"/>
                  </a:lnTo>
                  <a:lnTo>
                    <a:pt x="5461" y="42798"/>
                  </a:lnTo>
                  <a:lnTo>
                    <a:pt x="0" y="70103"/>
                  </a:lnTo>
                  <a:lnTo>
                    <a:pt x="0" y="350519"/>
                  </a:lnTo>
                  <a:lnTo>
                    <a:pt x="5461" y="377824"/>
                  </a:lnTo>
                  <a:lnTo>
                    <a:pt x="20574" y="400176"/>
                  </a:lnTo>
                  <a:lnTo>
                    <a:pt x="42799" y="415162"/>
                  </a:lnTo>
                  <a:lnTo>
                    <a:pt x="70103" y="420623"/>
                  </a:lnTo>
                  <a:lnTo>
                    <a:pt x="530351" y="420623"/>
                  </a:lnTo>
                  <a:lnTo>
                    <a:pt x="557657" y="415162"/>
                  </a:lnTo>
                  <a:lnTo>
                    <a:pt x="579882" y="400176"/>
                  </a:lnTo>
                  <a:lnTo>
                    <a:pt x="594994" y="377824"/>
                  </a:lnTo>
                  <a:lnTo>
                    <a:pt x="600456" y="350519"/>
                  </a:lnTo>
                  <a:lnTo>
                    <a:pt x="600456" y="70103"/>
                  </a:lnTo>
                  <a:lnTo>
                    <a:pt x="594994" y="42798"/>
                  </a:lnTo>
                  <a:lnTo>
                    <a:pt x="579882" y="20573"/>
                  </a:lnTo>
                  <a:lnTo>
                    <a:pt x="557657" y="5587"/>
                  </a:lnTo>
                  <a:lnTo>
                    <a:pt x="530351"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9" name="Graphic 14">
              <a:extLst>
                <a:ext uri="{FF2B5EF4-FFF2-40B4-BE49-F238E27FC236}">
                  <a16:creationId xmlns:a16="http://schemas.microsoft.com/office/drawing/2014/main" id="{4379458D-DD71-D8DA-1BCF-52110CC629F4}"/>
                </a:ext>
              </a:extLst>
            </p:cNvPr>
            <p:cNvSpPr/>
            <p:nvPr/>
          </p:nvSpPr>
          <p:spPr>
            <a:xfrm>
              <a:off x="504444" y="478536"/>
              <a:ext cx="600710" cy="421005"/>
            </a:xfrm>
            <a:custGeom>
              <a:avLst/>
              <a:gdLst/>
              <a:ahLst/>
              <a:cxnLst/>
              <a:rect l="l" t="t" r="r" b="b"/>
              <a:pathLst>
                <a:path w="600710" h="421005">
                  <a:moveTo>
                    <a:pt x="0" y="70103"/>
                  </a:moveTo>
                  <a:lnTo>
                    <a:pt x="5461" y="42798"/>
                  </a:lnTo>
                  <a:lnTo>
                    <a:pt x="20574" y="20573"/>
                  </a:lnTo>
                  <a:lnTo>
                    <a:pt x="42799" y="5587"/>
                  </a:lnTo>
                  <a:lnTo>
                    <a:pt x="70103" y="0"/>
                  </a:lnTo>
                  <a:lnTo>
                    <a:pt x="530351" y="0"/>
                  </a:lnTo>
                  <a:lnTo>
                    <a:pt x="557657" y="5587"/>
                  </a:lnTo>
                  <a:lnTo>
                    <a:pt x="579882" y="20573"/>
                  </a:lnTo>
                  <a:lnTo>
                    <a:pt x="594994" y="42798"/>
                  </a:lnTo>
                  <a:lnTo>
                    <a:pt x="600456" y="70103"/>
                  </a:lnTo>
                  <a:lnTo>
                    <a:pt x="600456" y="350519"/>
                  </a:lnTo>
                  <a:lnTo>
                    <a:pt x="594994" y="377824"/>
                  </a:lnTo>
                  <a:lnTo>
                    <a:pt x="579882" y="400176"/>
                  </a:lnTo>
                  <a:lnTo>
                    <a:pt x="557657" y="415162"/>
                  </a:lnTo>
                  <a:lnTo>
                    <a:pt x="530351" y="420623"/>
                  </a:lnTo>
                  <a:lnTo>
                    <a:pt x="70103" y="420623"/>
                  </a:lnTo>
                  <a:lnTo>
                    <a:pt x="42799" y="415162"/>
                  </a:lnTo>
                  <a:lnTo>
                    <a:pt x="20574" y="400176"/>
                  </a:lnTo>
                  <a:lnTo>
                    <a:pt x="5461" y="377824"/>
                  </a:lnTo>
                  <a:lnTo>
                    <a:pt x="0" y="350519"/>
                  </a:lnTo>
                  <a:lnTo>
                    <a:pt x="0" y="70103"/>
                  </a:lnTo>
                  <a:close/>
                </a:path>
              </a:pathLst>
            </a:custGeom>
            <a:ln w="12192">
              <a:solidFill>
                <a:srgbClr val="FFFFFF"/>
              </a:solidFill>
              <a:prstDash val="solid"/>
            </a:ln>
          </p:spPr>
          <p:txBody>
            <a:bodyPr wrap="square" lIns="0" tIns="0" rIns="0" bIns="0" rtlCol="0">
              <a:prstTxWarp prst="textNoShape">
                <a:avLst/>
              </a:prstTxWarp>
              <a:noAutofit/>
            </a:bodyPr>
            <a:lstStyle/>
            <a:p>
              <a:endParaRPr lang="en-IN"/>
            </a:p>
          </p:txBody>
        </p:sp>
        <p:sp>
          <p:nvSpPr>
            <p:cNvPr id="10" name="Graphic 15">
              <a:extLst>
                <a:ext uri="{FF2B5EF4-FFF2-40B4-BE49-F238E27FC236}">
                  <a16:creationId xmlns:a16="http://schemas.microsoft.com/office/drawing/2014/main" id="{88FE7790-7F44-6BE7-31B8-A154CEE01CA3}"/>
                </a:ext>
              </a:extLst>
            </p:cNvPr>
            <p:cNvSpPr/>
            <p:nvPr/>
          </p:nvSpPr>
          <p:spPr>
            <a:xfrm>
              <a:off x="1072896" y="1371600"/>
              <a:ext cx="405765" cy="356870"/>
            </a:xfrm>
            <a:custGeom>
              <a:avLst/>
              <a:gdLst/>
              <a:ahLst/>
              <a:cxnLst/>
              <a:rect l="l" t="t" r="r" b="b"/>
              <a:pathLst>
                <a:path w="405765" h="356870">
                  <a:moveTo>
                    <a:pt x="117093" y="0"/>
                  </a:moveTo>
                  <a:lnTo>
                    <a:pt x="0" y="0"/>
                  </a:lnTo>
                  <a:lnTo>
                    <a:pt x="0" y="326009"/>
                  </a:lnTo>
                  <a:lnTo>
                    <a:pt x="277749" y="326009"/>
                  </a:lnTo>
                  <a:lnTo>
                    <a:pt x="277749" y="356616"/>
                  </a:lnTo>
                  <a:lnTo>
                    <a:pt x="405384" y="267462"/>
                  </a:lnTo>
                  <a:lnTo>
                    <a:pt x="277749" y="178308"/>
                  </a:lnTo>
                  <a:lnTo>
                    <a:pt x="277749" y="208915"/>
                  </a:lnTo>
                  <a:lnTo>
                    <a:pt x="117093" y="208915"/>
                  </a:lnTo>
                  <a:lnTo>
                    <a:pt x="117093"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11" name="Graphic 16">
              <a:extLst>
                <a:ext uri="{FF2B5EF4-FFF2-40B4-BE49-F238E27FC236}">
                  <a16:creationId xmlns:a16="http://schemas.microsoft.com/office/drawing/2014/main" id="{DCF1C5D8-57B9-B593-521B-13B37A328B68}"/>
                </a:ext>
              </a:extLst>
            </p:cNvPr>
            <p:cNvSpPr/>
            <p:nvPr/>
          </p:nvSpPr>
          <p:spPr>
            <a:xfrm>
              <a:off x="1002791" y="950975"/>
              <a:ext cx="600710" cy="421005"/>
            </a:xfrm>
            <a:custGeom>
              <a:avLst/>
              <a:gdLst/>
              <a:ahLst/>
              <a:cxnLst/>
              <a:rect l="l" t="t" r="r" b="b"/>
              <a:pathLst>
                <a:path w="600710" h="421005">
                  <a:moveTo>
                    <a:pt x="530351" y="0"/>
                  </a:moveTo>
                  <a:lnTo>
                    <a:pt x="70103" y="0"/>
                  </a:lnTo>
                  <a:lnTo>
                    <a:pt x="42798" y="5588"/>
                  </a:lnTo>
                  <a:lnTo>
                    <a:pt x="20573" y="20574"/>
                  </a:lnTo>
                  <a:lnTo>
                    <a:pt x="5460" y="42799"/>
                  </a:lnTo>
                  <a:lnTo>
                    <a:pt x="0" y="70104"/>
                  </a:lnTo>
                  <a:lnTo>
                    <a:pt x="0" y="350520"/>
                  </a:lnTo>
                  <a:lnTo>
                    <a:pt x="5460" y="377825"/>
                  </a:lnTo>
                  <a:lnTo>
                    <a:pt x="20573" y="400177"/>
                  </a:lnTo>
                  <a:lnTo>
                    <a:pt x="42798" y="415163"/>
                  </a:lnTo>
                  <a:lnTo>
                    <a:pt x="70103" y="420624"/>
                  </a:lnTo>
                  <a:lnTo>
                    <a:pt x="530351" y="420624"/>
                  </a:lnTo>
                  <a:lnTo>
                    <a:pt x="557657" y="415163"/>
                  </a:lnTo>
                  <a:lnTo>
                    <a:pt x="579882" y="400177"/>
                  </a:lnTo>
                  <a:lnTo>
                    <a:pt x="594994" y="377825"/>
                  </a:lnTo>
                  <a:lnTo>
                    <a:pt x="600455" y="350520"/>
                  </a:lnTo>
                  <a:lnTo>
                    <a:pt x="600455" y="70104"/>
                  </a:lnTo>
                  <a:lnTo>
                    <a:pt x="594994" y="42799"/>
                  </a:lnTo>
                  <a:lnTo>
                    <a:pt x="579882" y="20574"/>
                  </a:lnTo>
                  <a:lnTo>
                    <a:pt x="557657" y="5588"/>
                  </a:lnTo>
                  <a:lnTo>
                    <a:pt x="530351"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12" name="Graphic 17">
              <a:extLst>
                <a:ext uri="{FF2B5EF4-FFF2-40B4-BE49-F238E27FC236}">
                  <a16:creationId xmlns:a16="http://schemas.microsoft.com/office/drawing/2014/main" id="{6BB8BA3C-AB04-FDAE-87AD-AA4BA907224F}"/>
                </a:ext>
              </a:extLst>
            </p:cNvPr>
            <p:cNvSpPr/>
            <p:nvPr/>
          </p:nvSpPr>
          <p:spPr>
            <a:xfrm>
              <a:off x="1002791" y="950975"/>
              <a:ext cx="600710" cy="421005"/>
            </a:xfrm>
            <a:custGeom>
              <a:avLst/>
              <a:gdLst/>
              <a:ahLst/>
              <a:cxnLst/>
              <a:rect l="l" t="t" r="r" b="b"/>
              <a:pathLst>
                <a:path w="600710" h="421005">
                  <a:moveTo>
                    <a:pt x="0" y="70104"/>
                  </a:moveTo>
                  <a:lnTo>
                    <a:pt x="5460" y="42799"/>
                  </a:lnTo>
                  <a:lnTo>
                    <a:pt x="20573" y="20574"/>
                  </a:lnTo>
                  <a:lnTo>
                    <a:pt x="42798" y="5588"/>
                  </a:lnTo>
                  <a:lnTo>
                    <a:pt x="70103" y="0"/>
                  </a:lnTo>
                  <a:lnTo>
                    <a:pt x="530351" y="0"/>
                  </a:lnTo>
                  <a:lnTo>
                    <a:pt x="557657" y="5588"/>
                  </a:lnTo>
                  <a:lnTo>
                    <a:pt x="579882" y="20574"/>
                  </a:lnTo>
                  <a:lnTo>
                    <a:pt x="594994" y="42799"/>
                  </a:lnTo>
                  <a:lnTo>
                    <a:pt x="600455" y="70104"/>
                  </a:lnTo>
                  <a:lnTo>
                    <a:pt x="600455" y="350520"/>
                  </a:lnTo>
                  <a:lnTo>
                    <a:pt x="594994" y="377825"/>
                  </a:lnTo>
                  <a:lnTo>
                    <a:pt x="579882" y="400177"/>
                  </a:lnTo>
                  <a:lnTo>
                    <a:pt x="557657" y="415163"/>
                  </a:lnTo>
                  <a:lnTo>
                    <a:pt x="530351" y="420624"/>
                  </a:lnTo>
                  <a:lnTo>
                    <a:pt x="70103" y="420624"/>
                  </a:lnTo>
                  <a:lnTo>
                    <a:pt x="42798" y="415163"/>
                  </a:lnTo>
                  <a:lnTo>
                    <a:pt x="20573" y="400177"/>
                  </a:lnTo>
                  <a:lnTo>
                    <a:pt x="5460" y="377825"/>
                  </a:lnTo>
                  <a:lnTo>
                    <a:pt x="0" y="350520"/>
                  </a:lnTo>
                  <a:lnTo>
                    <a:pt x="0" y="70104"/>
                  </a:lnTo>
                  <a:close/>
                </a:path>
              </a:pathLst>
            </a:custGeom>
            <a:ln w="12192">
              <a:solidFill>
                <a:srgbClr val="FFFFFF"/>
              </a:solidFill>
              <a:prstDash val="solid"/>
            </a:ln>
          </p:spPr>
          <p:txBody>
            <a:bodyPr wrap="square" lIns="0" tIns="0" rIns="0" bIns="0" rtlCol="0">
              <a:prstTxWarp prst="textNoShape">
                <a:avLst/>
              </a:prstTxWarp>
              <a:noAutofit/>
            </a:bodyPr>
            <a:lstStyle/>
            <a:p>
              <a:endParaRPr lang="en-IN"/>
            </a:p>
          </p:txBody>
        </p:sp>
        <p:sp>
          <p:nvSpPr>
            <p:cNvPr id="13" name="Graphic 18">
              <a:extLst>
                <a:ext uri="{FF2B5EF4-FFF2-40B4-BE49-F238E27FC236}">
                  <a16:creationId xmlns:a16="http://schemas.microsoft.com/office/drawing/2014/main" id="{DBC2C0C1-FEC9-46EB-1B14-3BDB4912B599}"/>
                </a:ext>
              </a:extLst>
            </p:cNvPr>
            <p:cNvSpPr/>
            <p:nvPr/>
          </p:nvSpPr>
          <p:spPr>
            <a:xfrm>
              <a:off x="1569719" y="1844039"/>
              <a:ext cx="407034" cy="356870"/>
            </a:xfrm>
            <a:custGeom>
              <a:avLst/>
              <a:gdLst/>
              <a:ahLst/>
              <a:cxnLst/>
              <a:rect l="l" t="t" r="r" b="b"/>
              <a:pathLst>
                <a:path w="407034" h="356870">
                  <a:moveTo>
                    <a:pt x="117093" y="0"/>
                  </a:moveTo>
                  <a:lnTo>
                    <a:pt x="0" y="0"/>
                  </a:lnTo>
                  <a:lnTo>
                    <a:pt x="0" y="326008"/>
                  </a:lnTo>
                  <a:lnTo>
                    <a:pt x="279273" y="326008"/>
                  </a:lnTo>
                  <a:lnTo>
                    <a:pt x="279273" y="356615"/>
                  </a:lnTo>
                  <a:lnTo>
                    <a:pt x="406908" y="267461"/>
                  </a:lnTo>
                  <a:lnTo>
                    <a:pt x="279273" y="178307"/>
                  </a:lnTo>
                  <a:lnTo>
                    <a:pt x="279273" y="208914"/>
                  </a:lnTo>
                  <a:lnTo>
                    <a:pt x="117093" y="208914"/>
                  </a:lnTo>
                  <a:lnTo>
                    <a:pt x="117093"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14" name="Graphic 19">
              <a:extLst>
                <a:ext uri="{FF2B5EF4-FFF2-40B4-BE49-F238E27FC236}">
                  <a16:creationId xmlns:a16="http://schemas.microsoft.com/office/drawing/2014/main" id="{392969D3-3EB5-7C9C-765D-5CD6F77B2BC6}"/>
                </a:ext>
              </a:extLst>
            </p:cNvPr>
            <p:cNvSpPr/>
            <p:nvPr/>
          </p:nvSpPr>
          <p:spPr>
            <a:xfrm>
              <a:off x="1501139" y="1423416"/>
              <a:ext cx="600710" cy="421005"/>
            </a:xfrm>
            <a:custGeom>
              <a:avLst/>
              <a:gdLst/>
              <a:ahLst/>
              <a:cxnLst/>
              <a:rect l="l" t="t" r="r" b="b"/>
              <a:pathLst>
                <a:path w="600710" h="421005">
                  <a:moveTo>
                    <a:pt x="530352" y="0"/>
                  </a:moveTo>
                  <a:lnTo>
                    <a:pt x="70104" y="0"/>
                  </a:lnTo>
                  <a:lnTo>
                    <a:pt x="42799" y="5587"/>
                  </a:lnTo>
                  <a:lnTo>
                    <a:pt x="20574" y="20574"/>
                  </a:lnTo>
                  <a:lnTo>
                    <a:pt x="5461" y="42799"/>
                  </a:lnTo>
                  <a:lnTo>
                    <a:pt x="0" y="70103"/>
                  </a:lnTo>
                  <a:lnTo>
                    <a:pt x="0" y="350519"/>
                  </a:lnTo>
                  <a:lnTo>
                    <a:pt x="5461" y="377825"/>
                  </a:lnTo>
                  <a:lnTo>
                    <a:pt x="20574" y="400176"/>
                  </a:lnTo>
                  <a:lnTo>
                    <a:pt x="42799" y="415163"/>
                  </a:lnTo>
                  <a:lnTo>
                    <a:pt x="70104" y="420624"/>
                  </a:lnTo>
                  <a:lnTo>
                    <a:pt x="530352" y="420624"/>
                  </a:lnTo>
                  <a:lnTo>
                    <a:pt x="557657" y="415163"/>
                  </a:lnTo>
                  <a:lnTo>
                    <a:pt x="579882" y="400176"/>
                  </a:lnTo>
                  <a:lnTo>
                    <a:pt x="594994" y="377825"/>
                  </a:lnTo>
                  <a:lnTo>
                    <a:pt x="600456" y="350519"/>
                  </a:lnTo>
                  <a:lnTo>
                    <a:pt x="600456" y="70103"/>
                  </a:lnTo>
                  <a:lnTo>
                    <a:pt x="594994" y="42799"/>
                  </a:lnTo>
                  <a:lnTo>
                    <a:pt x="579882" y="20574"/>
                  </a:lnTo>
                  <a:lnTo>
                    <a:pt x="557657" y="5587"/>
                  </a:lnTo>
                  <a:lnTo>
                    <a:pt x="530352"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15" name="Graphic 20">
              <a:extLst>
                <a:ext uri="{FF2B5EF4-FFF2-40B4-BE49-F238E27FC236}">
                  <a16:creationId xmlns:a16="http://schemas.microsoft.com/office/drawing/2014/main" id="{AB7AC84E-60A6-321A-EC71-9AE58C224694}"/>
                </a:ext>
              </a:extLst>
            </p:cNvPr>
            <p:cNvSpPr/>
            <p:nvPr/>
          </p:nvSpPr>
          <p:spPr>
            <a:xfrm>
              <a:off x="1501139" y="1423416"/>
              <a:ext cx="600710" cy="421005"/>
            </a:xfrm>
            <a:custGeom>
              <a:avLst/>
              <a:gdLst/>
              <a:ahLst/>
              <a:cxnLst/>
              <a:rect l="l" t="t" r="r" b="b"/>
              <a:pathLst>
                <a:path w="600710" h="421005">
                  <a:moveTo>
                    <a:pt x="0" y="70103"/>
                  </a:moveTo>
                  <a:lnTo>
                    <a:pt x="5461" y="42799"/>
                  </a:lnTo>
                  <a:lnTo>
                    <a:pt x="20574" y="20574"/>
                  </a:lnTo>
                  <a:lnTo>
                    <a:pt x="42799" y="5587"/>
                  </a:lnTo>
                  <a:lnTo>
                    <a:pt x="70104" y="0"/>
                  </a:lnTo>
                  <a:lnTo>
                    <a:pt x="530352" y="0"/>
                  </a:lnTo>
                  <a:lnTo>
                    <a:pt x="557657" y="5587"/>
                  </a:lnTo>
                  <a:lnTo>
                    <a:pt x="579882" y="20574"/>
                  </a:lnTo>
                  <a:lnTo>
                    <a:pt x="594994" y="42799"/>
                  </a:lnTo>
                  <a:lnTo>
                    <a:pt x="600456" y="70103"/>
                  </a:lnTo>
                  <a:lnTo>
                    <a:pt x="600456" y="350519"/>
                  </a:lnTo>
                  <a:lnTo>
                    <a:pt x="594994" y="377825"/>
                  </a:lnTo>
                  <a:lnTo>
                    <a:pt x="579882" y="400176"/>
                  </a:lnTo>
                  <a:lnTo>
                    <a:pt x="557657" y="415163"/>
                  </a:lnTo>
                  <a:lnTo>
                    <a:pt x="530352" y="420624"/>
                  </a:lnTo>
                  <a:lnTo>
                    <a:pt x="70104" y="420624"/>
                  </a:lnTo>
                  <a:lnTo>
                    <a:pt x="42799" y="415163"/>
                  </a:lnTo>
                  <a:lnTo>
                    <a:pt x="20574" y="400176"/>
                  </a:lnTo>
                  <a:lnTo>
                    <a:pt x="5461" y="377825"/>
                  </a:lnTo>
                  <a:lnTo>
                    <a:pt x="0" y="350519"/>
                  </a:lnTo>
                  <a:lnTo>
                    <a:pt x="0" y="70103"/>
                  </a:lnTo>
                  <a:close/>
                </a:path>
              </a:pathLst>
            </a:custGeom>
            <a:ln w="12192">
              <a:solidFill>
                <a:srgbClr val="FFFFFF"/>
              </a:solidFill>
              <a:prstDash val="solid"/>
            </a:ln>
          </p:spPr>
          <p:txBody>
            <a:bodyPr wrap="square" lIns="0" tIns="0" rIns="0" bIns="0" rtlCol="0">
              <a:prstTxWarp prst="textNoShape">
                <a:avLst/>
              </a:prstTxWarp>
              <a:noAutofit/>
            </a:bodyPr>
            <a:lstStyle/>
            <a:p>
              <a:endParaRPr lang="en-IN"/>
            </a:p>
          </p:txBody>
        </p:sp>
        <p:sp>
          <p:nvSpPr>
            <p:cNvPr id="16" name="Graphic 21">
              <a:extLst>
                <a:ext uri="{FF2B5EF4-FFF2-40B4-BE49-F238E27FC236}">
                  <a16:creationId xmlns:a16="http://schemas.microsoft.com/office/drawing/2014/main" id="{3973CA92-3EA4-075F-2D93-F44021ED80F4}"/>
                </a:ext>
              </a:extLst>
            </p:cNvPr>
            <p:cNvSpPr/>
            <p:nvPr/>
          </p:nvSpPr>
          <p:spPr>
            <a:xfrm>
              <a:off x="2068067" y="2316505"/>
              <a:ext cx="407034" cy="356870"/>
            </a:xfrm>
            <a:custGeom>
              <a:avLst/>
              <a:gdLst/>
              <a:ahLst/>
              <a:cxnLst/>
              <a:rect l="l" t="t" r="r" b="b"/>
              <a:pathLst>
                <a:path w="407034" h="356870">
                  <a:moveTo>
                    <a:pt x="117093" y="0"/>
                  </a:moveTo>
                  <a:lnTo>
                    <a:pt x="0" y="0"/>
                  </a:lnTo>
                  <a:lnTo>
                    <a:pt x="0" y="326021"/>
                  </a:lnTo>
                  <a:lnTo>
                    <a:pt x="279273" y="326021"/>
                  </a:lnTo>
                  <a:lnTo>
                    <a:pt x="279273" y="356615"/>
                  </a:lnTo>
                  <a:lnTo>
                    <a:pt x="406907" y="267461"/>
                  </a:lnTo>
                  <a:lnTo>
                    <a:pt x="279273" y="178307"/>
                  </a:lnTo>
                  <a:lnTo>
                    <a:pt x="279273" y="208914"/>
                  </a:lnTo>
                  <a:lnTo>
                    <a:pt x="117093" y="208914"/>
                  </a:lnTo>
                  <a:lnTo>
                    <a:pt x="117093"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17" name="Graphic 22">
              <a:extLst>
                <a:ext uri="{FF2B5EF4-FFF2-40B4-BE49-F238E27FC236}">
                  <a16:creationId xmlns:a16="http://schemas.microsoft.com/office/drawing/2014/main" id="{A12BF1B6-B422-DBB1-A90D-CFD5CDC85E52}"/>
                </a:ext>
              </a:extLst>
            </p:cNvPr>
            <p:cNvSpPr/>
            <p:nvPr/>
          </p:nvSpPr>
          <p:spPr>
            <a:xfrm>
              <a:off x="1997964" y="1895855"/>
              <a:ext cx="601980" cy="421005"/>
            </a:xfrm>
            <a:custGeom>
              <a:avLst/>
              <a:gdLst/>
              <a:ahLst/>
              <a:cxnLst/>
              <a:rect l="l" t="t" r="r" b="b"/>
              <a:pathLst>
                <a:path w="601980" h="421005">
                  <a:moveTo>
                    <a:pt x="531876" y="0"/>
                  </a:moveTo>
                  <a:lnTo>
                    <a:pt x="70103" y="0"/>
                  </a:lnTo>
                  <a:lnTo>
                    <a:pt x="42798" y="5587"/>
                  </a:lnTo>
                  <a:lnTo>
                    <a:pt x="20573" y="20573"/>
                  </a:lnTo>
                  <a:lnTo>
                    <a:pt x="5460" y="42798"/>
                  </a:lnTo>
                  <a:lnTo>
                    <a:pt x="0" y="70103"/>
                  </a:lnTo>
                  <a:lnTo>
                    <a:pt x="0" y="350545"/>
                  </a:lnTo>
                  <a:lnTo>
                    <a:pt x="5460" y="377837"/>
                  </a:lnTo>
                  <a:lnTo>
                    <a:pt x="20573" y="400126"/>
                  </a:lnTo>
                  <a:lnTo>
                    <a:pt x="42798" y="415137"/>
                  </a:lnTo>
                  <a:lnTo>
                    <a:pt x="70103" y="420649"/>
                  </a:lnTo>
                  <a:lnTo>
                    <a:pt x="531876" y="420649"/>
                  </a:lnTo>
                  <a:lnTo>
                    <a:pt x="559180" y="415137"/>
                  </a:lnTo>
                  <a:lnTo>
                    <a:pt x="581405" y="400126"/>
                  </a:lnTo>
                  <a:lnTo>
                    <a:pt x="596518" y="377837"/>
                  </a:lnTo>
                  <a:lnTo>
                    <a:pt x="601979" y="350545"/>
                  </a:lnTo>
                  <a:lnTo>
                    <a:pt x="601979" y="70103"/>
                  </a:lnTo>
                  <a:lnTo>
                    <a:pt x="596518" y="42798"/>
                  </a:lnTo>
                  <a:lnTo>
                    <a:pt x="581405" y="20573"/>
                  </a:lnTo>
                  <a:lnTo>
                    <a:pt x="559180" y="5587"/>
                  </a:lnTo>
                  <a:lnTo>
                    <a:pt x="531876"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18" name="Graphic 23">
              <a:extLst>
                <a:ext uri="{FF2B5EF4-FFF2-40B4-BE49-F238E27FC236}">
                  <a16:creationId xmlns:a16="http://schemas.microsoft.com/office/drawing/2014/main" id="{2CB58829-9D68-7944-63CF-811E02F797C3}"/>
                </a:ext>
              </a:extLst>
            </p:cNvPr>
            <p:cNvSpPr/>
            <p:nvPr/>
          </p:nvSpPr>
          <p:spPr>
            <a:xfrm>
              <a:off x="1997964" y="1895855"/>
              <a:ext cx="601980" cy="421005"/>
            </a:xfrm>
            <a:custGeom>
              <a:avLst/>
              <a:gdLst/>
              <a:ahLst/>
              <a:cxnLst/>
              <a:rect l="l" t="t" r="r" b="b"/>
              <a:pathLst>
                <a:path w="601980" h="421005">
                  <a:moveTo>
                    <a:pt x="0" y="70103"/>
                  </a:moveTo>
                  <a:lnTo>
                    <a:pt x="5460" y="42798"/>
                  </a:lnTo>
                  <a:lnTo>
                    <a:pt x="20573" y="20573"/>
                  </a:lnTo>
                  <a:lnTo>
                    <a:pt x="42798" y="5587"/>
                  </a:lnTo>
                  <a:lnTo>
                    <a:pt x="70103" y="0"/>
                  </a:lnTo>
                  <a:lnTo>
                    <a:pt x="531876" y="0"/>
                  </a:lnTo>
                  <a:lnTo>
                    <a:pt x="559180" y="5587"/>
                  </a:lnTo>
                  <a:lnTo>
                    <a:pt x="581405" y="20573"/>
                  </a:lnTo>
                  <a:lnTo>
                    <a:pt x="596518" y="42798"/>
                  </a:lnTo>
                  <a:lnTo>
                    <a:pt x="601979" y="70103"/>
                  </a:lnTo>
                  <a:lnTo>
                    <a:pt x="601979" y="350545"/>
                  </a:lnTo>
                  <a:lnTo>
                    <a:pt x="596518" y="377837"/>
                  </a:lnTo>
                  <a:lnTo>
                    <a:pt x="581405" y="400126"/>
                  </a:lnTo>
                  <a:lnTo>
                    <a:pt x="559180" y="415137"/>
                  </a:lnTo>
                  <a:lnTo>
                    <a:pt x="531876" y="420649"/>
                  </a:lnTo>
                  <a:lnTo>
                    <a:pt x="70103" y="420649"/>
                  </a:lnTo>
                  <a:lnTo>
                    <a:pt x="42798" y="415137"/>
                  </a:lnTo>
                  <a:lnTo>
                    <a:pt x="20573" y="400126"/>
                  </a:lnTo>
                  <a:lnTo>
                    <a:pt x="5460" y="377837"/>
                  </a:lnTo>
                  <a:lnTo>
                    <a:pt x="0" y="350545"/>
                  </a:lnTo>
                  <a:lnTo>
                    <a:pt x="0" y="70103"/>
                  </a:lnTo>
                  <a:close/>
                </a:path>
              </a:pathLst>
            </a:custGeom>
            <a:ln w="12190">
              <a:solidFill>
                <a:srgbClr val="FFFFFF"/>
              </a:solidFill>
              <a:prstDash val="solid"/>
            </a:ln>
          </p:spPr>
          <p:txBody>
            <a:bodyPr wrap="square" lIns="0" tIns="0" rIns="0" bIns="0" rtlCol="0">
              <a:prstTxWarp prst="textNoShape">
                <a:avLst/>
              </a:prstTxWarp>
              <a:noAutofit/>
            </a:bodyPr>
            <a:lstStyle/>
            <a:p>
              <a:endParaRPr lang="en-IN"/>
            </a:p>
          </p:txBody>
        </p:sp>
        <p:sp>
          <p:nvSpPr>
            <p:cNvPr id="19" name="Graphic 24">
              <a:extLst>
                <a:ext uri="{FF2B5EF4-FFF2-40B4-BE49-F238E27FC236}">
                  <a16:creationId xmlns:a16="http://schemas.microsoft.com/office/drawing/2014/main" id="{603F1D90-5997-EDCF-2165-F8D5FEA6C870}"/>
                </a:ext>
              </a:extLst>
            </p:cNvPr>
            <p:cNvSpPr/>
            <p:nvPr/>
          </p:nvSpPr>
          <p:spPr>
            <a:xfrm>
              <a:off x="2566416" y="2788945"/>
              <a:ext cx="407034" cy="356870"/>
            </a:xfrm>
            <a:custGeom>
              <a:avLst/>
              <a:gdLst/>
              <a:ahLst/>
              <a:cxnLst/>
              <a:rect l="l" t="t" r="r" b="b"/>
              <a:pathLst>
                <a:path w="407034" h="356870">
                  <a:moveTo>
                    <a:pt x="117093" y="0"/>
                  </a:moveTo>
                  <a:lnTo>
                    <a:pt x="0" y="0"/>
                  </a:lnTo>
                  <a:lnTo>
                    <a:pt x="0" y="326021"/>
                  </a:lnTo>
                  <a:lnTo>
                    <a:pt x="279273" y="326021"/>
                  </a:lnTo>
                  <a:lnTo>
                    <a:pt x="279273" y="356616"/>
                  </a:lnTo>
                  <a:lnTo>
                    <a:pt x="406907" y="267462"/>
                  </a:lnTo>
                  <a:lnTo>
                    <a:pt x="279273" y="178308"/>
                  </a:lnTo>
                  <a:lnTo>
                    <a:pt x="279273" y="208902"/>
                  </a:lnTo>
                  <a:lnTo>
                    <a:pt x="117093" y="208902"/>
                  </a:lnTo>
                  <a:lnTo>
                    <a:pt x="117093" y="0"/>
                  </a:lnTo>
                  <a:close/>
                </a:path>
              </a:pathLst>
            </a:custGeom>
            <a:solidFill>
              <a:srgbClr val="C0C7E2"/>
            </a:solidFill>
          </p:spPr>
          <p:txBody>
            <a:bodyPr wrap="square" lIns="0" tIns="0" rIns="0" bIns="0" rtlCol="0">
              <a:prstTxWarp prst="textNoShape">
                <a:avLst/>
              </a:prstTxWarp>
              <a:noAutofit/>
            </a:bodyPr>
            <a:lstStyle/>
            <a:p>
              <a:endParaRPr lang="en-IN"/>
            </a:p>
          </p:txBody>
        </p:sp>
        <p:sp>
          <p:nvSpPr>
            <p:cNvPr id="20" name="Graphic 25">
              <a:extLst>
                <a:ext uri="{FF2B5EF4-FFF2-40B4-BE49-F238E27FC236}">
                  <a16:creationId xmlns:a16="http://schemas.microsoft.com/office/drawing/2014/main" id="{23E76952-F3C7-BC4A-AC42-34BCA30E1374}"/>
                </a:ext>
              </a:extLst>
            </p:cNvPr>
            <p:cNvSpPr/>
            <p:nvPr/>
          </p:nvSpPr>
          <p:spPr>
            <a:xfrm>
              <a:off x="2496311" y="2368321"/>
              <a:ext cx="601980" cy="421005"/>
            </a:xfrm>
            <a:custGeom>
              <a:avLst/>
              <a:gdLst/>
              <a:ahLst/>
              <a:cxnLst/>
              <a:rect l="l" t="t" r="r" b="b"/>
              <a:pathLst>
                <a:path w="601980" h="421005">
                  <a:moveTo>
                    <a:pt x="531876" y="0"/>
                  </a:moveTo>
                  <a:lnTo>
                    <a:pt x="70104" y="0"/>
                  </a:lnTo>
                  <a:lnTo>
                    <a:pt x="42799" y="5511"/>
                  </a:lnTo>
                  <a:lnTo>
                    <a:pt x="20574" y="20523"/>
                  </a:lnTo>
                  <a:lnTo>
                    <a:pt x="5461" y="42811"/>
                  </a:lnTo>
                  <a:lnTo>
                    <a:pt x="0" y="70103"/>
                  </a:lnTo>
                  <a:lnTo>
                    <a:pt x="0" y="350507"/>
                  </a:lnTo>
                  <a:lnTo>
                    <a:pt x="5461" y="377799"/>
                  </a:lnTo>
                  <a:lnTo>
                    <a:pt x="20574" y="400088"/>
                  </a:lnTo>
                  <a:lnTo>
                    <a:pt x="42799" y="415112"/>
                  </a:lnTo>
                  <a:lnTo>
                    <a:pt x="70104" y="420623"/>
                  </a:lnTo>
                  <a:lnTo>
                    <a:pt x="531876" y="420623"/>
                  </a:lnTo>
                  <a:lnTo>
                    <a:pt x="559181" y="415112"/>
                  </a:lnTo>
                  <a:lnTo>
                    <a:pt x="581406" y="400088"/>
                  </a:lnTo>
                  <a:lnTo>
                    <a:pt x="596519" y="377799"/>
                  </a:lnTo>
                  <a:lnTo>
                    <a:pt x="601980" y="350507"/>
                  </a:lnTo>
                  <a:lnTo>
                    <a:pt x="601980" y="70103"/>
                  </a:lnTo>
                  <a:lnTo>
                    <a:pt x="596519" y="42811"/>
                  </a:lnTo>
                  <a:lnTo>
                    <a:pt x="581406" y="20523"/>
                  </a:lnTo>
                  <a:lnTo>
                    <a:pt x="559181" y="5511"/>
                  </a:lnTo>
                  <a:lnTo>
                    <a:pt x="531876"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21" name="Graphic 26">
              <a:extLst>
                <a:ext uri="{FF2B5EF4-FFF2-40B4-BE49-F238E27FC236}">
                  <a16:creationId xmlns:a16="http://schemas.microsoft.com/office/drawing/2014/main" id="{413B593B-5461-2476-5C53-51E6AF96C4E7}"/>
                </a:ext>
              </a:extLst>
            </p:cNvPr>
            <p:cNvSpPr/>
            <p:nvPr/>
          </p:nvSpPr>
          <p:spPr>
            <a:xfrm>
              <a:off x="2496311" y="2368321"/>
              <a:ext cx="601980" cy="421005"/>
            </a:xfrm>
            <a:custGeom>
              <a:avLst/>
              <a:gdLst/>
              <a:ahLst/>
              <a:cxnLst/>
              <a:rect l="l" t="t" r="r" b="b"/>
              <a:pathLst>
                <a:path w="601980" h="421005">
                  <a:moveTo>
                    <a:pt x="0" y="70103"/>
                  </a:moveTo>
                  <a:lnTo>
                    <a:pt x="5461" y="42811"/>
                  </a:lnTo>
                  <a:lnTo>
                    <a:pt x="20574" y="20523"/>
                  </a:lnTo>
                  <a:lnTo>
                    <a:pt x="42799" y="5511"/>
                  </a:lnTo>
                  <a:lnTo>
                    <a:pt x="70104" y="0"/>
                  </a:lnTo>
                  <a:lnTo>
                    <a:pt x="531876" y="0"/>
                  </a:lnTo>
                  <a:lnTo>
                    <a:pt x="559181" y="5511"/>
                  </a:lnTo>
                  <a:lnTo>
                    <a:pt x="581406" y="20523"/>
                  </a:lnTo>
                  <a:lnTo>
                    <a:pt x="596519" y="42811"/>
                  </a:lnTo>
                  <a:lnTo>
                    <a:pt x="601980" y="70103"/>
                  </a:lnTo>
                  <a:lnTo>
                    <a:pt x="601980" y="350507"/>
                  </a:lnTo>
                  <a:lnTo>
                    <a:pt x="596519" y="377799"/>
                  </a:lnTo>
                  <a:lnTo>
                    <a:pt x="581406" y="400088"/>
                  </a:lnTo>
                  <a:lnTo>
                    <a:pt x="559181" y="415112"/>
                  </a:lnTo>
                  <a:lnTo>
                    <a:pt x="531876" y="420623"/>
                  </a:lnTo>
                  <a:lnTo>
                    <a:pt x="70104" y="420623"/>
                  </a:lnTo>
                  <a:lnTo>
                    <a:pt x="42799" y="415112"/>
                  </a:lnTo>
                  <a:lnTo>
                    <a:pt x="20574" y="400088"/>
                  </a:lnTo>
                  <a:lnTo>
                    <a:pt x="5461" y="377799"/>
                  </a:lnTo>
                  <a:lnTo>
                    <a:pt x="0" y="350507"/>
                  </a:lnTo>
                  <a:lnTo>
                    <a:pt x="0" y="70103"/>
                  </a:lnTo>
                  <a:close/>
                </a:path>
              </a:pathLst>
            </a:custGeom>
            <a:ln w="12190">
              <a:solidFill>
                <a:srgbClr val="FFFFFF"/>
              </a:solidFill>
              <a:prstDash val="solid"/>
            </a:ln>
          </p:spPr>
          <p:txBody>
            <a:bodyPr wrap="square" lIns="0" tIns="0" rIns="0" bIns="0" rtlCol="0">
              <a:prstTxWarp prst="textNoShape">
                <a:avLst/>
              </a:prstTxWarp>
              <a:noAutofit/>
            </a:bodyPr>
            <a:lstStyle/>
            <a:p>
              <a:endParaRPr lang="en-IN"/>
            </a:p>
          </p:txBody>
        </p:sp>
        <p:sp>
          <p:nvSpPr>
            <p:cNvPr id="22" name="Graphic 27">
              <a:extLst>
                <a:ext uri="{FF2B5EF4-FFF2-40B4-BE49-F238E27FC236}">
                  <a16:creationId xmlns:a16="http://schemas.microsoft.com/office/drawing/2014/main" id="{A5D3F1A5-1B61-EA2C-72BE-88C8CA2552E4}"/>
                </a:ext>
              </a:extLst>
            </p:cNvPr>
            <p:cNvSpPr/>
            <p:nvPr/>
          </p:nvSpPr>
          <p:spPr>
            <a:xfrm>
              <a:off x="2994660" y="2840761"/>
              <a:ext cx="600710" cy="421005"/>
            </a:xfrm>
            <a:custGeom>
              <a:avLst/>
              <a:gdLst/>
              <a:ahLst/>
              <a:cxnLst/>
              <a:rect l="l" t="t" r="r" b="b"/>
              <a:pathLst>
                <a:path w="600710" h="421005">
                  <a:moveTo>
                    <a:pt x="530351" y="0"/>
                  </a:moveTo>
                  <a:lnTo>
                    <a:pt x="70104" y="0"/>
                  </a:lnTo>
                  <a:lnTo>
                    <a:pt x="42799" y="5511"/>
                  </a:lnTo>
                  <a:lnTo>
                    <a:pt x="20574" y="20535"/>
                  </a:lnTo>
                  <a:lnTo>
                    <a:pt x="5461" y="42824"/>
                  </a:lnTo>
                  <a:lnTo>
                    <a:pt x="0" y="70116"/>
                  </a:lnTo>
                  <a:lnTo>
                    <a:pt x="0" y="350507"/>
                  </a:lnTo>
                  <a:lnTo>
                    <a:pt x="5461" y="377799"/>
                  </a:lnTo>
                  <a:lnTo>
                    <a:pt x="20574" y="400088"/>
                  </a:lnTo>
                  <a:lnTo>
                    <a:pt x="42799" y="415112"/>
                  </a:lnTo>
                  <a:lnTo>
                    <a:pt x="70104" y="420624"/>
                  </a:lnTo>
                  <a:lnTo>
                    <a:pt x="530351" y="420624"/>
                  </a:lnTo>
                  <a:lnTo>
                    <a:pt x="557657" y="415112"/>
                  </a:lnTo>
                  <a:lnTo>
                    <a:pt x="579882" y="400088"/>
                  </a:lnTo>
                  <a:lnTo>
                    <a:pt x="594995" y="377799"/>
                  </a:lnTo>
                  <a:lnTo>
                    <a:pt x="600456" y="350507"/>
                  </a:lnTo>
                  <a:lnTo>
                    <a:pt x="600456" y="70116"/>
                  </a:lnTo>
                  <a:lnTo>
                    <a:pt x="594995" y="42824"/>
                  </a:lnTo>
                  <a:lnTo>
                    <a:pt x="579882" y="20535"/>
                  </a:lnTo>
                  <a:lnTo>
                    <a:pt x="557657" y="5511"/>
                  </a:lnTo>
                  <a:lnTo>
                    <a:pt x="530351" y="0"/>
                  </a:lnTo>
                  <a:close/>
                </a:path>
              </a:pathLst>
            </a:custGeom>
            <a:solidFill>
              <a:srgbClr val="4470C4"/>
            </a:solidFill>
          </p:spPr>
          <p:txBody>
            <a:bodyPr wrap="square" lIns="0" tIns="0" rIns="0" bIns="0" rtlCol="0">
              <a:prstTxWarp prst="textNoShape">
                <a:avLst/>
              </a:prstTxWarp>
              <a:noAutofit/>
            </a:bodyPr>
            <a:lstStyle/>
            <a:p>
              <a:endParaRPr lang="en-IN"/>
            </a:p>
          </p:txBody>
        </p:sp>
        <p:sp>
          <p:nvSpPr>
            <p:cNvPr id="23" name="Textbox 28">
              <a:extLst>
                <a:ext uri="{FF2B5EF4-FFF2-40B4-BE49-F238E27FC236}">
                  <a16:creationId xmlns:a16="http://schemas.microsoft.com/office/drawing/2014/main" id="{04CAABAD-533A-E908-39C4-A5C1C88B8884}"/>
                </a:ext>
              </a:extLst>
            </p:cNvPr>
            <p:cNvSpPr txBox="1"/>
            <p:nvPr/>
          </p:nvSpPr>
          <p:spPr>
            <a:xfrm>
              <a:off x="73025" y="188874"/>
              <a:ext cx="474345" cy="78105"/>
            </a:xfrm>
            <a:prstGeom prst="rect">
              <a:avLst/>
            </a:prstGeom>
          </p:spPr>
          <p:txBody>
            <a:bodyPr wrap="square" lIns="0" tIns="0" rIns="0" bIns="0" rtlCol="0">
              <a:noAutofit/>
            </a:bodyPr>
            <a:lstStyle/>
            <a:p>
              <a:pPr>
                <a:lnSpc>
                  <a:spcPts val="615"/>
                </a:lnSpc>
                <a:buNone/>
              </a:pPr>
              <a:r>
                <a:rPr lang="en-US" sz="6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Data</a:t>
              </a:r>
              <a:r>
                <a:rPr lang="en-US" sz="600" spc="-5">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600" spc="-1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Collection</a:t>
              </a:r>
              <a:endParaRPr lang="en-IN" sz="1100">
                <a:effectLst/>
                <a:latin typeface="Times New Roman" panose="02020603050405020304" pitchFamily="18" charset="0"/>
                <a:ea typeface="Times New Roman" panose="02020603050405020304" pitchFamily="18" charset="0"/>
              </a:endParaRPr>
            </a:p>
          </p:txBody>
        </p:sp>
        <p:sp>
          <p:nvSpPr>
            <p:cNvPr id="24" name="Textbox 29">
              <a:extLst>
                <a:ext uri="{FF2B5EF4-FFF2-40B4-BE49-F238E27FC236}">
                  <a16:creationId xmlns:a16="http://schemas.microsoft.com/office/drawing/2014/main" id="{40282CF0-D806-EA5E-AA43-DE10BBD6C123}"/>
                </a:ext>
              </a:extLst>
            </p:cNvPr>
            <p:cNvSpPr txBox="1"/>
            <p:nvPr/>
          </p:nvSpPr>
          <p:spPr>
            <a:xfrm>
              <a:off x="626618" y="619125"/>
              <a:ext cx="368935" cy="165100"/>
            </a:xfrm>
            <a:prstGeom prst="rect">
              <a:avLst/>
            </a:prstGeom>
          </p:spPr>
          <p:txBody>
            <a:bodyPr wrap="square" lIns="0" tIns="0" rIns="0" bIns="0" rtlCol="0">
              <a:noAutofit/>
            </a:bodyPr>
            <a:lstStyle/>
            <a:p>
              <a:pPr marL="1270" marR="11430" algn="ctr">
                <a:lnSpc>
                  <a:spcPts val="595"/>
                </a:lnSpc>
                <a:buNone/>
              </a:pPr>
              <a:r>
                <a:rPr lang="en-US" sz="600" spc="-2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Data</a:t>
              </a:r>
              <a:endParaRPr lang="en-IN" sz="1100">
                <a:effectLst/>
                <a:latin typeface="Times New Roman" panose="02020603050405020304" pitchFamily="18" charset="0"/>
                <a:ea typeface="Times New Roman" panose="02020603050405020304" pitchFamily="18" charset="0"/>
              </a:endParaRPr>
            </a:p>
            <a:p>
              <a:pPr marR="11430" algn="ctr">
                <a:lnSpc>
                  <a:spcPts val="700"/>
                </a:lnSpc>
                <a:buNone/>
              </a:pPr>
              <a:r>
                <a:rPr lang="en-US" sz="600" spc="-2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Preparation</a:t>
              </a:r>
              <a:endParaRPr lang="en-IN" sz="1100">
                <a:effectLst/>
                <a:latin typeface="Times New Roman" panose="02020603050405020304" pitchFamily="18" charset="0"/>
                <a:ea typeface="Times New Roman" panose="02020603050405020304" pitchFamily="18" charset="0"/>
              </a:endParaRPr>
            </a:p>
          </p:txBody>
        </p:sp>
        <p:sp>
          <p:nvSpPr>
            <p:cNvPr id="25" name="Textbox 30">
              <a:extLst>
                <a:ext uri="{FF2B5EF4-FFF2-40B4-BE49-F238E27FC236}">
                  <a16:creationId xmlns:a16="http://schemas.microsoft.com/office/drawing/2014/main" id="{6E9C3FEC-DE3B-6718-D537-EF1163F246D8}"/>
                </a:ext>
              </a:extLst>
            </p:cNvPr>
            <p:cNvSpPr txBox="1"/>
            <p:nvPr/>
          </p:nvSpPr>
          <p:spPr>
            <a:xfrm>
              <a:off x="1088644" y="1090422"/>
              <a:ext cx="446405" cy="165100"/>
            </a:xfrm>
            <a:prstGeom prst="rect">
              <a:avLst/>
            </a:prstGeom>
          </p:spPr>
          <p:txBody>
            <a:bodyPr wrap="square" lIns="0" tIns="0" rIns="0" bIns="0" rtlCol="0">
              <a:noAutofit/>
            </a:bodyPr>
            <a:lstStyle/>
            <a:p>
              <a:pPr marR="14605" algn="ctr">
                <a:lnSpc>
                  <a:spcPts val="595"/>
                </a:lnSpc>
                <a:buNone/>
              </a:pPr>
              <a:r>
                <a:rPr lang="en-US" sz="600" spc="-2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Data</a:t>
              </a:r>
              <a:endParaRPr lang="en-IN" sz="1100">
                <a:effectLst/>
                <a:latin typeface="Times New Roman" panose="02020603050405020304" pitchFamily="18" charset="0"/>
                <a:ea typeface="Times New Roman" panose="02020603050405020304" pitchFamily="18" charset="0"/>
              </a:endParaRPr>
            </a:p>
            <a:p>
              <a:pPr marR="11430" algn="ctr">
                <a:lnSpc>
                  <a:spcPts val="700"/>
                </a:lnSpc>
                <a:buNone/>
              </a:pPr>
              <a:r>
                <a:rPr lang="en-US" sz="600" spc="-2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Augmentation</a:t>
              </a:r>
              <a:endParaRPr lang="en-IN" sz="1100">
                <a:effectLst/>
                <a:latin typeface="Times New Roman" panose="02020603050405020304" pitchFamily="18" charset="0"/>
                <a:ea typeface="Times New Roman" panose="02020603050405020304" pitchFamily="18" charset="0"/>
              </a:endParaRPr>
            </a:p>
          </p:txBody>
        </p:sp>
        <p:sp>
          <p:nvSpPr>
            <p:cNvPr id="26" name="Textbox 31">
              <a:extLst>
                <a:ext uri="{FF2B5EF4-FFF2-40B4-BE49-F238E27FC236}">
                  <a16:creationId xmlns:a16="http://schemas.microsoft.com/office/drawing/2014/main" id="{C46C69D5-51F1-840B-7E24-2E238C141A92}"/>
                </a:ext>
              </a:extLst>
            </p:cNvPr>
            <p:cNvSpPr txBox="1"/>
            <p:nvPr/>
          </p:nvSpPr>
          <p:spPr>
            <a:xfrm>
              <a:off x="1637538" y="1561109"/>
              <a:ext cx="332740" cy="165100"/>
            </a:xfrm>
            <a:prstGeom prst="rect">
              <a:avLst/>
            </a:prstGeom>
          </p:spPr>
          <p:txBody>
            <a:bodyPr wrap="square" lIns="0" tIns="0" rIns="0" bIns="0" rtlCol="0">
              <a:noAutofit/>
            </a:bodyPr>
            <a:lstStyle/>
            <a:p>
              <a:pPr marL="31750">
                <a:lnSpc>
                  <a:spcPts val="600"/>
                </a:lnSpc>
                <a:buNone/>
              </a:pPr>
              <a:r>
                <a:rPr lang="en-US" sz="6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Data</a:t>
              </a:r>
              <a:r>
                <a:rPr lang="en-US" sz="600" spc="-5">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600" spc="-25">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a:t>
              </a:r>
              <a:endParaRPr lang="en-IN" sz="1100">
                <a:effectLst/>
                <a:latin typeface="Times New Roman" panose="02020603050405020304" pitchFamily="18" charset="0"/>
                <a:ea typeface="Times New Roman" panose="02020603050405020304" pitchFamily="18" charset="0"/>
              </a:endParaRPr>
            </a:p>
            <a:p>
              <a:pPr>
                <a:lnSpc>
                  <a:spcPts val="700"/>
                </a:lnSpc>
                <a:buNone/>
              </a:pPr>
              <a:r>
                <a:rPr lang="en-US" sz="600" spc="-1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processing</a:t>
              </a:r>
              <a:endParaRPr lang="en-IN" sz="1100">
                <a:effectLst/>
                <a:latin typeface="Times New Roman" panose="02020603050405020304" pitchFamily="18" charset="0"/>
                <a:ea typeface="Times New Roman" panose="02020603050405020304" pitchFamily="18" charset="0"/>
              </a:endParaRPr>
            </a:p>
          </p:txBody>
        </p:sp>
        <p:sp>
          <p:nvSpPr>
            <p:cNvPr id="27" name="Textbox 32">
              <a:extLst>
                <a:ext uri="{FF2B5EF4-FFF2-40B4-BE49-F238E27FC236}">
                  <a16:creationId xmlns:a16="http://schemas.microsoft.com/office/drawing/2014/main" id="{72BF5830-5816-2441-29FB-F70AF9CABD2E}"/>
                </a:ext>
              </a:extLst>
            </p:cNvPr>
            <p:cNvSpPr txBox="1"/>
            <p:nvPr/>
          </p:nvSpPr>
          <p:spPr>
            <a:xfrm>
              <a:off x="2067686" y="2078227"/>
              <a:ext cx="474345" cy="78105"/>
            </a:xfrm>
            <a:prstGeom prst="rect">
              <a:avLst/>
            </a:prstGeom>
          </p:spPr>
          <p:txBody>
            <a:bodyPr wrap="square" lIns="0" tIns="0" rIns="0" bIns="0" rtlCol="0">
              <a:noAutofit/>
            </a:bodyPr>
            <a:lstStyle/>
            <a:p>
              <a:pPr>
                <a:lnSpc>
                  <a:spcPts val="610"/>
                </a:lnSpc>
                <a:buNone/>
              </a:pPr>
              <a:r>
                <a:rPr lang="en-US" sz="6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Model</a:t>
              </a:r>
              <a:r>
                <a:rPr lang="en-US" sz="600" spc="-5">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600" spc="-1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Training</a:t>
              </a:r>
              <a:endParaRPr lang="en-IN" sz="1100">
                <a:effectLst/>
                <a:latin typeface="Times New Roman" panose="02020603050405020304" pitchFamily="18" charset="0"/>
                <a:ea typeface="Times New Roman" panose="02020603050405020304" pitchFamily="18" charset="0"/>
              </a:endParaRPr>
            </a:p>
          </p:txBody>
        </p:sp>
        <p:sp>
          <p:nvSpPr>
            <p:cNvPr id="28" name="Textbox 33">
              <a:extLst>
                <a:ext uri="{FF2B5EF4-FFF2-40B4-BE49-F238E27FC236}">
                  <a16:creationId xmlns:a16="http://schemas.microsoft.com/office/drawing/2014/main" id="{826DA7E1-E7E6-F5A0-0351-176211D78CF1}"/>
                </a:ext>
              </a:extLst>
            </p:cNvPr>
            <p:cNvSpPr txBox="1"/>
            <p:nvPr/>
          </p:nvSpPr>
          <p:spPr>
            <a:xfrm>
              <a:off x="2639441" y="2554046"/>
              <a:ext cx="327660" cy="78105"/>
            </a:xfrm>
            <a:prstGeom prst="rect">
              <a:avLst/>
            </a:prstGeom>
          </p:spPr>
          <p:txBody>
            <a:bodyPr wrap="square" lIns="0" tIns="0" rIns="0" bIns="0" rtlCol="0">
              <a:noAutofit/>
            </a:bodyPr>
            <a:lstStyle/>
            <a:p>
              <a:pPr>
                <a:lnSpc>
                  <a:spcPts val="610"/>
                </a:lnSpc>
                <a:buNone/>
              </a:pPr>
              <a:r>
                <a:rPr lang="en-US" sz="600" spc="-1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Evaluation</a:t>
              </a:r>
              <a:endParaRPr lang="en-IN" sz="1100">
                <a:effectLst/>
                <a:latin typeface="Times New Roman" panose="02020603050405020304" pitchFamily="18" charset="0"/>
                <a:ea typeface="Times New Roman" panose="02020603050405020304" pitchFamily="18" charset="0"/>
              </a:endParaRPr>
            </a:p>
          </p:txBody>
        </p:sp>
        <p:sp>
          <p:nvSpPr>
            <p:cNvPr id="29" name="Textbox 34">
              <a:extLst>
                <a:ext uri="{FF2B5EF4-FFF2-40B4-BE49-F238E27FC236}">
                  <a16:creationId xmlns:a16="http://schemas.microsoft.com/office/drawing/2014/main" id="{DB75502F-72E6-B8AA-09CC-D239E1A2F13B}"/>
                </a:ext>
              </a:extLst>
            </p:cNvPr>
            <p:cNvSpPr txBox="1"/>
            <p:nvPr/>
          </p:nvSpPr>
          <p:spPr>
            <a:xfrm>
              <a:off x="2396870" y="2730068"/>
              <a:ext cx="149860" cy="142240"/>
            </a:xfrm>
            <a:prstGeom prst="rect">
              <a:avLst/>
            </a:prstGeom>
          </p:spPr>
          <p:txBody>
            <a:bodyPr wrap="square" lIns="0" tIns="0" rIns="0" bIns="0" rtlCol="0">
              <a:noAutofit/>
            </a:bodyPr>
            <a:lstStyle/>
            <a:p>
              <a:pPr>
                <a:lnSpc>
                  <a:spcPts val="1115"/>
                </a:lnSpc>
                <a:buNone/>
              </a:pPr>
              <a:endParaRPr lang="en-IN" sz="1100" dirty="0">
                <a:effectLst/>
                <a:latin typeface="Times New Roman" panose="02020603050405020304" pitchFamily="18" charset="0"/>
                <a:ea typeface="Times New Roman" panose="02020603050405020304" pitchFamily="18" charset="0"/>
              </a:endParaRPr>
            </a:p>
          </p:txBody>
        </p:sp>
        <p:sp>
          <p:nvSpPr>
            <p:cNvPr id="30" name="Textbox 35">
              <a:extLst>
                <a:ext uri="{FF2B5EF4-FFF2-40B4-BE49-F238E27FC236}">
                  <a16:creationId xmlns:a16="http://schemas.microsoft.com/office/drawing/2014/main" id="{3B86EAEC-78B8-EB34-6C77-C6131CB3CEF9}"/>
                </a:ext>
              </a:extLst>
            </p:cNvPr>
            <p:cNvSpPr txBox="1"/>
            <p:nvPr/>
          </p:nvSpPr>
          <p:spPr>
            <a:xfrm>
              <a:off x="3188461" y="3024733"/>
              <a:ext cx="232410" cy="78105"/>
            </a:xfrm>
            <a:prstGeom prst="rect">
              <a:avLst/>
            </a:prstGeom>
          </p:spPr>
          <p:txBody>
            <a:bodyPr wrap="square" lIns="0" tIns="0" rIns="0" bIns="0" rtlCol="0">
              <a:noAutofit/>
            </a:bodyPr>
            <a:lstStyle/>
            <a:p>
              <a:pPr>
                <a:lnSpc>
                  <a:spcPts val="615"/>
                </a:lnSpc>
                <a:buNone/>
              </a:pPr>
              <a:r>
                <a:rPr lang="en-US" sz="600" spc="-1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Testing</a:t>
              </a:r>
              <a:endParaRPr lang="en-IN" sz="11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1349463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2"/>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txBox="1">
            <a:spLocks noGrp="1"/>
          </p:cNvSpPr>
          <p:nvPr>
            <p:ph type="title"/>
          </p:nvPr>
        </p:nvSpPr>
        <p:spPr>
          <a:xfrm>
            <a:off x="3487185" y="3556848"/>
            <a:ext cx="5039958"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latin typeface="Times New Roman" panose="02020603050405020304" pitchFamily="18" charset="0"/>
                <a:cs typeface="Times New Roman" panose="02020603050405020304" pitchFamily="18" charset="0"/>
              </a:rPr>
              <a:t>Data Collection and Pre-Processing analysis</a:t>
            </a:r>
            <a:endParaRPr sz="2800" dirty="0">
              <a:latin typeface="Times New Roman" panose="02020603050405020304" pitchFamily="18" charset="0"/>
              <a:cs typeface="Times New Roman" panose="02020603050405020304" pitchFamily="18" charset="0"/>
            </a:endParaRPr>
          </a:p>
        </p:txBody>
      </p:sp>
      <p:sp>
        <p:nvSpPr>
          <p:cNvPr id="416" name="Google Shape;416;p32"/>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417" name="Google Shape;417;p32"/>
          <p:cNvGrpSpPr/>
          <p:nvPr/>
        </p:nvGrpSpPr>
        <p:grpSpPr>
          <a:xfrm>
            <a:off x="243563" y="319103"/>
            <a:ext cx="3660803" cy="4166640"/>
            <a:chOff x="243563" y="319103"/>
            <a:chExt cx="3660803" cy="4166640"/>
          </a:xfrm>
        </p:grpSpPr>
        <p:sp>
          <p:nvSpPr>
            <p:cNvPr id="418" name="Google Shape;418;p32"/>
            <p:cNvSpPr/>
            <p:nvPr/>
          </p:nvSpPr>
          <p:spPr>
            <a:xfrm>
              <a:off x="2529328" y="3825642"/>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1559780" y="213514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2569847" y="4992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243563" y="741118"/>
              <a:ext cx="3660803" cy="3661276"/>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2971190" y="117701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2569848" y="305745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66354" y="319103"/>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569022" y="14270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32"/>
            <p:cNvGrpSpPr/>
            <p:nvPr/>
          </p:nvGrpSpPr>
          <p:grpSpPr>
            <a:xfrm>
              <a:off x="503374" y="1310912"/>
              <a:ext cx="3057581" cy="2521892"/>
              <a:chOff x="4567123" y="4074875"/>
              <a:chExt cx="946034" cy="780288"/>
            </a:xfrm>
          </p:grpSpPr>
          <p:sp>
            <p:nvSpPr>
              <p:cNvPr id="427" name="Google Shape;427;p32"/>
              <p:cNvSpPr/>
              <p:nvPr/>
            </p:nvSpPr>
            <p:spPr>
              <a:xfrm>
                <a:off x="4698056" y="4427347"/>
                <a:ext cx="736013" cy="427816"/>
              </a:xfrm>
              <a:custGeom>
                <a:avLst/>
                <a:gdLst/>
                <a:ahLst/>
                <a:cxnLst/>
                <a:rect l="l" t="t" r="r" b="b"/>
                <a:pathLst>
                  <a:path w="16853" h="9796" extrusionOk="0">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4694125" y="4401973"/>
                <a:ext cx="743437" cy="425589"/>
              </a:xfrm>
              <a:custGeom>
                <a:avLst/>
                <a:gdLst/>
                <a:ahLst/>
                <a:cxnLst/>
                <a:rect l="l" t="t" r="r" b="b"/>
                <a:pathLst>
                  <a:path w="17023" h="9745" extrusionOk="0">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4721028" y="4421888"/>
                <a:ext cx="680680" cy="392004"/>
              </a:xfrm>
              <a:custGeom>
                <a:avLst/>
                <a:gdLst/>
                <a:ahLst/>
                <a:cxnLst/>
                <a:rect l="l" t="t" r="r" b="b"/>
                <a:pathLst>
                  <a:path w="15586" h="8976" extrusionOk="0">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5275853" y="4472374"/>
                <a:ext cx="36641" cy="20220"/>
              </a:xfrm>
              <a:custGeom>
                <a:avLst/>
                <a:gdLst/>
                <a:ahLst/>
                <a:cxnLst/>
                <a:rect l="l" t="t" r="r" b="b"/>
                <a:pathLst>
                  <a:path w="839" h="463" extrusionOk="0">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5353373" y="4514693"/>
                <a:ext cx="17163" cy="9215"/>
              </a:xfrm>
              <a:custGeom>
                <a:avLst/>
                <a:gdLst/>
                <a:ahLst/>
                <a:cxnLst/>
                <a:rect l="l" t="t" r="r" b="b"/>
                <a:pathLst>
                  <a:path w="393" h="211" extrusionOk="0">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5333895" y="4601821"/>
                <a:ext cx="46380" cy="33278"/>
              </a:xfrm>
              <a:custGeom>
                <a:avLst/>
                <a:gdLst/>
                <a:ahLst/>
                <a:cxnLst/>
                <a:rect l="l" t="t" r="r" b="b"/>
                <a:pathLst>
                  <a:path w="1062" h="762" extrusionOk="0">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5275067" y="4636105"/>
                <a:ext cx="45987" cy="33235"/>
              </a:xfrm>
              <a:custGeom>
                <a:avLst/>
                <a:gdLst/>
                <a:ahLst/>
                <a:cxnLst/>
                <a:rect l="l" t="t" r="r" b="b"/>
                <a:pathLst>
                  <a:path w="1053" h="761" extrusionOk="0">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790381" y="4744021"/>
                <a:ext cx="46031" cy="33235"/>
              </a:xfrm>
              <a:custGeom>
                <a:avLst/>
                <a:gdLst/>
                <a:ahLst/>
                <a:cxnLst/>
                <a:rect l="l" t="t" r="r" b="b"/>
                <a:pathLst>
                  <a:path w="1054" h="761" extrusionOk="0">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a:off x="4742175" y="4074875"/>
                <a:ext cx="533679" cy="414643"/>
                <a:chOff x="3186425" y="4160625"/>
                <a:chExt cx="533679" cy="414643"/>
              </a:xfrm>
            </p:grpSpPr>
            <p:grpSp>
              <p:nvGrpSpPr>
                <p:cNvPr id="436" name="Google Shape;436;p32"/>
                <p:cNvGrpSpPr/>
                <p:nvPr/>
              </p:nvGrpSpPr>
              <p:grpSpPr>
                <a:xfrm>
                  <a:off x="3248670" y="4212301"/>
                  <a:ext cx="409169" cy="311298"/>
                  <a:chOff x="3248670" y="4212301"/>
                  <a:chExt cx="409169" cy="311298"/>
                </a:xfrm>
              </p:grpSpPr>
              <p:sp>
                <p:nvSpPr>
                  <p:cNvPr id="437" name="Google Shape;437;p32"/>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32"/>
              <p:cNvSpPr/>
              <p:nvPr/>
            </p:nvSpPr>
            <p:spPr>
              <a:xfrm>
                <a:off x="4567123" y="4086828"/>
                <a:ext cx="946034" cy="728195"/>
              </a:xfrm>
              <a:custGeom>
                <a:avLst/>
                <a:gdLst/>
                <a:ahLst/>
                <a:cxnLst/>
                <a:rect l="l" t="t" r="r" b="b"/>
                <a:pathLst>
                  <a:path w="21662" h="16674" extrusionOk="0">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 name="Google Shape;446;p32"/>
            <p:cNvSpPr/>
            <p:nvPr/>
          </p:nvSpPr>
          <p:spPr>
            <a:xfrm>
              <a:off x="1229047" y="41980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83078" y="295066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5" name="Oval 4"/>
          <p:cNvSpPr/>
          <p:nvPr/>
        </p:nvSpPr>
        <p:spPr>
          <a:xfrm>
            <a:off x="2711928" y="1183718"/>
            <a:ext cx="3331029" cy="2503714"/>
          </a:xfrm>
          <a:prstGeom prst="ellipse">
            <a:avLst/>
          </a:prstGeom>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p:cNvSpPr/>
          <p:nvPr/>
        </p:nvSpPr>
        <p:spPr>
          <a:xfrm>
            <a:off x="2091442" y="64801"/>
            <a:ext cx="4572000" cy="954107"/>
          </a:xfrm>
          <a:prstGeom prst="rect">
            <a:avLst/>
          </a:prstGeom>
        </p:spPr>
        <p:txBody>
          <a:bodyPr>
            <a:spAutoFit/>
          </a:bodyPr>
          <a:lstStyle/>
          <a:p>
            <a:pPr algn="ctr"/>
            <a:r>
              <a:rPr lang="en" sz="2800" dirty="0">
                <a:solidFill>
                  <a:schemeClr val="tx1"/>
                </a:solidFill>
                <a:latin typeface="Times New Roman" panose="02020603050405020304" pitchFamily="18" charset="0"/>
                <a:cs typeface="Times New Roman" panose="02020603050405020304" pitchFamily="18" charset="0"/>
                <a:sym typeface="Trispace"/>
              </a:rPr>
              <a:t>Research and </a:t>
            </a:r>
          </a:p>
          <a:p>
            <a:pPr algn="ctr"/>
            <a:r>
              <a:rPr lang="en" sz="2800" dirty="0">
                <a:solidFill>
                  <a:schemeClr val="tx1"/>
                </a:solidFill>
                <a:latin typeface="Times New Roman" panose="02020603050405020304" pitchFamily="18" charset="0"/>
                <a:cs typeface="Times New Roman" panose="02020603050405020304" pitchFamily="18" charset="0"/>
                <a:sym typeface="Trispace"/>
              </a:rPr>
              <a:t>Data Collection</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File:Kaggle logo.png - Wikimedia Comm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5163" y="1636754"/>
            <a:ext cx="1064558" cy="4111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stretch>
            <a:fillRect/>
          </a:stretch>
        </p:blipFill>
        <p:spPr>
          <a:xfrm>
            <a:off x="3070679" y="2329502"/>
            <a:ext cx="2857500" cy="342900"/>
          </a:xfrm>
          <a:prstGeom prst="rect">
            <a:avLst/>
          </a:prstGeom>
        </p:spPr>
      </p:pic>
      <p:sp>
        <p:nvSpPr>
          <p:cNvPr id="8" name="TextBox 7"/>
          <p:cNvSpPr txBox="1"/>
          <p:nvPr/>
        </p:nvSpPr>
        <p:spPr>
          <a:xfrm flipH="1">
            <a:off x="3056526" y="3818186"/>
            <a:ext cx="2871653" cy="369332"/>
          </a:xfrm>
          <a:prstGeom prst="rect">
            <a:avLst/>
          </a:prstGeom>
          <a:noFill/>
        </p:spPr>
        <p:txBody>
          <a:bodyPr wrap="square" rtlCol="0">
            <a:spAutoFit/>
          </a:bodyPr>
          <a:lstStyle/>
          <a:p>
            <a:pPr algn="ctr"/>
            <a:r>
              <a:rPr lang="en-IN" sz="1800" dirty="0">
                <a:solidFill>
                  <a:schemeClr val="tx1"/>
                </a:solidFill>
                <a:latin typeface="Times New Roman" panose="02020603050405020304" pitchFamily="18" charset="0"/>
                <a:cs typeface="Times New Roman" panose="02020603050405020304" pitchFamily="18" charset="0"/>
              </a:rPr>
              <a:t>Data Collection</a:t>
            </a:r>
          </a:p>
        </p:txBody>
      </p:sp>
    </p:spTree>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1204685" y="198124"/>
            <a:ext cx="6589485" cy="523220"/>
          </a:xfrm>
          <a:prstGeom prst="rect">
            <a:avLst/>
          </a:prstGeom>
        </p:spPr>
        <p:txBody>
          <a:bodyPr wrap="square">
            <a:spAutoFit/>
          </a:bodyPr>
          <a:lstStyle/>
          <a:p>
            <a:r>
              <a:rPr lang="en" sz="2800" dirty="0">
                <a:solidFill>
                  <a:schemeClr val="tx1"/>
                </a:solidFill>
                <a:latin typeface="Times New Roman" panose="02020603050405020304" pitchFamily="18" charset="0"/>
                <a:cs typeface="Times New Roman" panose="02020603050405020304" pitchFamily="18" charset="0"/>
                <a:sym typeface="Trispace"/>
              </a:rPr>
              <a:t>Data Pre-Processing  analysis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2749553" y="1353472"/>
            <a:ext cx="3331029" cy="2503714"/>
          </a:xfrm>
          <a:prstGeom prst="ellipse">
            <a:avLst/>
          </a:prstGeom>
          <a:ln w="28575"/>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350159" y="1539212"/>
            <a:ext cx="1691489" cy="1685846"/>
          </a:xfrm>
          <a:prstGeom prst="rect">
            <a:avLst/>
          </a:prstGeom>
        </p:spPr>
        <p:txBody>
          <a:bodyPr wrap="none">
            <a:spAutoFit/>
          </a:bodyPr>
          <a:lstStyle/>
          <a:p>
            <a:pPr>
              <a:lnSpc>
                <a:spcPct val="150000"/>
              </a:lnSpc>
            </a:pPr>
            <a:r>
              <a:rPr lang="en-IN" sz="2400" dirty="0">
                <a:solidFill>
                  <a:schemeClr val="tx1"/>
                </a:solidFill>
              </a:rPr>
              <a:t>1) Rotation</a:t>
            </a:r>
          </a:p>
          <a:p>
            <a:pPr>
              <a:lnSpc>
                <a:spcPct val="150000"/>
              </a:lnSpc>
            </a:pPr>
            <a:r>
              <a:rPr lang="en-IN" sz="2400" dirty="0">
                <a:solidFill>
                  <a:schemeClr val="tx1"/>
                </a:solidFill>
              </a:rPr>
              <a:t>2) Flipping</a:t>
            </a:r>
          </a:p>
          <a:p>
            <a:pPr>
              <a:lnSpc>
                <a:spcPct val="150000"/>
              </a:lnSpc>
            </a:pPr>
            <a:r>
              <a:rPr lang="en-IN" sz="2400" dirty="0">
                <a:solidFill>
                  <a:schemeClr val="tx1"/>
                </a:solidFill>
              </a:rPr>
              <a:t>3) Scaling</a:t>
            </a:r>
          </a:p>
        </p:txBody>
      </p:sp>
      <p:sp>
        <p:nvSpPr>
          <p:cNvPr id="10" name="Rectangle 9"/>
          <p:cNvSpPr/>
          <p:nvPr/>
        </p:nvSpPr>
        <p:spPr>
          <a:xfrm>
            <a:off x="3389786" y="4101637"/>
            <a:ext cx="2050561" cy="369332"/>
          </a:xfrm>
          <a:prstGeom prst="rect">
            <a:avLst/>
          </a:prstGeom>
        </p:spPr>
        <p:txBody>
          <a:bodyPr wrap="none">
            <a:spAutoFit/>
          </a:bodyPr>
          <a:lstStyle/>
          <a:p>
            <a:pPr algn="ctr"/>
            <a:r>
              <a:rPr lang="en-IN" sz="1800" dirty="0">
                <a:solidFill>
                  <a:schemeClr val="tx1"/>
                </a:solidFill>
                <a:latin typeface="Times New Roman" panose="02020603050405020304" pitchFamily="18" charset="0"/>
                <a:cs typeface="Times New Roman" panose="02020603050405020304" pitchFamily="18" charset="0"/>
              </a:rPr>
              <a:t>Data Pre-processing</a:t>
            </a:r>
          </a:p>
        </p:txBody>
      </p:sp>
      <p:pic>
        <p:nvPicPr>
          <p:cNvPr id="16" name="Picture 15"/>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41648" y="1779359"/>
            <a:ext cx="349759" cy="349759"/>
          </a:xfrm>
          <a:prstGeom prst="rect">
            <a:avLst/>
          </a:prstGeom>
        </p:spPr>
      </p:pic>
      <p:pic>
        <p:nvPicPr>
          <p:cNvPr id="17" name="Picture 16"/>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041648" y="2305463"/>
            <a:ext cx="350487" cy="350487"/>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1648" y="2875500"/>
            <a:ext cx="349759" cy="349759"/>
          </a:xfrm>
          <a:prstGeom prst="rect">
            <a:avLst/>
          </a:prstGeom>
        </p:spPr>
      </p:pic>
    </p:spTree>
    <p:extLst>
      <p:ext uri="{BB962C8B-B14F-4D97-AF65-F5344CB8AC3E}">
        <p14:creationId xmlns:p14="http://schemas.microsoft.com/office/powerpoint/2010/main" val="1441488504"/>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2"/>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txBox="1">
            <a:spLocks noGrp="1"/>
          </p:cNvSpPr>
          <p:nvPr>
            <p:ph type="title"/>
          </p:nvPr>
        </p:nvSpPr>
        <p:spPr>
          <a:xfrm>
            <a:off x="3487185" y="3556848"/>
            <a:ext cx="5039958"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latin typeface="Times New Roman" panose="02020603050405020304" pitchFamily="18" charset="0"/>
                <a:cs typeface="Times New Roman" panose="02020603050405020304" pitchFamily="18" charset="0"/>
              </a:rPr>
              <a:t>Data set Organization</a:t>
            </a:r>
            <a:endParaRPr sz="2800" dirty="0">
              <a:latin typeface="Times New Roman" panose="02020603050405020304" pitchFamily="18" charset="0"/>
              <a:cs typeface="Times New Roman" panose="02020603050405020304" pitchFamily="18" charset="0"/>
            </a:endParaRPr>
          </a:p>
        </p:txBody>
      </p:sp>
      <p:sp>
        <p:nvSpPr>
          <p:cNvPr id="416" name="Google Shape;416;p32"/>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417" name="Google Shape;417;p32"/>
          <p:cNvGrpSpPr/>
          <p:nvPr/>
        </p:nvGrpSpPr>
        <p:grpSpPr>
          <a:xfrm>
            <a:off x="243563" y="319103"/>
            <a:ext cx="3660803" cy="4166640"/>
            <a:chOff x="243563" y="319103"/>
            <a:chExt cx="3660803" cy="4166640"/>
          </a:xfrm>
        </p:grpSpPr>
        <p:sp>
          <p:nvSpPr>
            <p:cNvPr id="418" name="Google Shape;418;p32"/>
            <p:cNvSpPr/>
            <p:nvPr/>
          </p:nvSpPr>
          <p:spPr>
            <a:xfrm>
              <a:off x="2529328" y="3825642"/>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1559780" y="213514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2569847" y="4992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243563" y="741118"/>
              <a:ext cx="3660803" cy="3661276"/>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2971190" y="117701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2569848" y="305745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66354" y="319103"/>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569022" y="14270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32"/>
            <p:cNvGrpSpPr/>
            <p:nvPr/>
          </p:nvGrpSpPr>
          <p:grpSpPr>
            <a:xfrm>
              <a:off x="503374" y="1310912"/>
              <a:ext cx="3057581" cy="2521892"/>
              <a:chOff x="4567123" y="4074875"/>
              <a:chExt cx="946034" cy="780288"/>
            </a:xfrm>
          </p:grpSpPr>
          <p:sp>
            <p:nvSpPr>
              <p:cNvPr id="427" name="Google Shape;427;p32"/>
              <p:cNvSpPr/>
              <p:nvPr/>
            </p:nvSpPr>
            <p:spPr>
              <a:xfrm>
                <a:off x="4698056" y="4427347"/>
                <a:ext cx="736013" cy="427816"/>
              </a:xfrm>
              <a:custGeom>
                <a:avLst/>
                <a:gdLst/>
                <a:ahLst/>
                <a:cxnLst/>
                <a:rect l="l" t="t" r="r" b="b"/>
                <a:pathLst>
                  <a:path w="16853" h="9796" extrusionOk="0">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4694125" y="4401973"/>
                <a:ext cx="743437" cy="425589"/>
              </a:xfrm>
              <a:custGeom>
                <a:avLst/>
                <a:gdLst/>
                <a:ahLst/>
                <a:cxnLst/>
                <a:rect l="l" t="t" r="r" b="b"/>
                <a:pathLst>
                  <a:path w="17023" h="9745" extrusionOk="0">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4721028" y="4421888"/>
                <a:ext cx="680680" cy="392004"/>
              </a:xfrm>
              <a:custGeom>
                <a:avLst/>
                <a:gdLst/>
                <a:ahLst/>
                <a:cxnLst/>
                <a:rect l="l" t="t" r="r" b="b"/>
                <a:pathLst>
                  <a:path w="15586" h="8976" extrusionOk="0">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5275853" y="4472374"/>
                <a:ext cx="36641" cy="20220"/>
              </a:xfrm>
              <a:custGeom>
                <a:avLst/>
                <a:gdLst/>
                <a:ahLst/>
                <a:cxnLst/>
                <a:rect l="l" t="t" r="r" b="b"/>
                <a:pathLst>
                  <a:path w="839" h="463" extrusionOk="0">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5353373" y="4514693"/>
                <a:ext cx="17163" cy="9215"/>
              </a:xfrm>
              <a:custGeom>
                <a:avLst/>
                <a:gdLst/>
                <a:ahLst/>
                <a:cxnLst/>
                <a:rect l="l" t="t" r="r" b="b"/>
                <a:pathLst>
                  <a:path w="393" h="211" extrusionOk="0">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5333895" y="4601821"/>
                <a:ext cx="46380" cy="33278"/>
              </a:xfrm>
              <a:custGeom>
                <a:avLst/>
                <a:gdLst/>
                <a:ahLst/>
                <a:cxnLst/>
                <a:rect l="l" t="t" r="r" b="b"/>
                <a:pathLst>
                  <a:path w="1062" h="762" extrusionOk="0">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5275067" y="4636105"/>
                <a:ext cx="45987" cy="33235"/>
              </a:xfrm>
              <a:custGeom>
                <a:avLst/>
                <a:gdLst/>
                <a:ahLst/>
                <a:cxnLst/>
                <a:rect l="l" t="t" r="r" b="b"/>
                <a:pathLst>
                  <a:path w="1053" h="761" extrusionOk="0">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790381" y="4744021"/>
                <a:ext cx="46031" cy="33235"/>
              </a:xfrm>
              <a:custGeom>
                <a:avLst/>
                <a:gdLst/>
                <a:ahLst/>
                <a:cxnLst/>
                <a:rect l="l" t="t" r="r" b="b"/>
                <a:pathLst>
                  <a:path w="1054" h="761" extrusionOk="0">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a:off x="4742175" y="4074875"/>
                <a:ext cx="533679" cy="414643"/>
                <a:chOff x="3186425" y="4160625"/>
                <a:chExt cx="533679" cy="414643"/>
              </a:xfrm>
            </p:grpSpPr>
            <p:grpSp>
              <p:nvGrpSpPr>
                <p:cNvPr id="436" name="Google Shape;436;p32"/>
                <p:cNvGrpSpPr/>
                <p:nvPr/>
              </p:nvGrpSpPr>
              <p:grpSpPr>
                <a:xfrm>
                  <a:off x="3248670" y="4212301"/>
                  <a:ext cx="409169" cy="311298"/>
                  <a:chOff x="3248670" y="4212301"/>
                  <a:chExt cx="409169" cy="311298"/>
                </a:xfrm>
              </p:grpSpPr>
              <p:sp>
                <p:nvSpPr>
                  <p:cNvPr id="437" name="Google Shape;437;p32"/>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32"/>
              <p:cNvSpPr/>
              <p:nvPr/>
            </p:nvSpPr>
            <p:spPr>
              <a:xfrm>
                <a:off x="4567123" y="4086828"/>
                <a:ext cx="946034" cy="728195"/>
              </a:xfrm>
              <a:custGeom>
                <a:avLst/>
                <a:gdLst/>
                <a:ahLst/>
                <a:cxnLst/>
                <a:rect l="l" t="t" r="r" b="b"/>
                <a:pathLst>
                  <a:path w="21662" h="16674" extrusionOk="0">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 name="Google Shape;446;p32"/>
            <p:cNvSpPr/>
            <p:nvPr/>
          </p:nvSpPr>
          <p:spPr>
            <a:xfrm>
              <a:off x="1229047" y="41980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83078" y="295066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81701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9" y="193325"/>
            <a:ext cx="4572000" cy="523220"/>
          </a:xfrm>
          <a:prstGeom prst="rect">
            <a:avLst/>
          </a:prstGeom>
        </p:spPr>
        <p:txBody>
          <a:bodyPr>
            <a:spAutoFit/>
          </a:bodyPr>
          <a:lstStyle/>
          <a:p>
            <a:pPr algn="ctr"/>
            <a:r>
              <a:rPr lang="en" sz="2800" dirty="0">
                <a:solidFill>
                  <a:schemeClr val="tx1"/>
                </a:solidFill>
                <a:latin typeface="Trispace"/>
                <a:sym typeface="Trispace"/>
              </a:rPr>
              <a:t>Data Set</a:t>
            </a:r>
            <a:endParaRPr lang="en-IN" dirty="0">
              <a:solidFill>
                <a:schemeClr val="tx1"/>
              </a:solidFill>
            </a:endParaRPr>
          </a:p>
        </p:txBody>
      </p:sp>
      <p:pic>
        <p:nvPicPr>
          <p:cNvPr id="2050" name="Picture 2" descr="Multimodal Brain Tumor Segmentation Challenge 2020: Data | CBICA | Perelman  School of Medicine at the University of Pennsylvan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4343" y="847270"/>
            <a:ext cx="3730171" cy="9745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3493819840"/>
              </p:ext>
            </p:extLst>
          </p:nvPr>
        </p:nvGraphicFramePr>
        <p:xfrm>
          <a:off x="1677416" y="2059486"/>
          <a:ext cx="5992368" cy="2194560"/>
        </p:xfrm>
        <a:graphic>
          <a:graphicData uri="http://schemas.openxmlformats.org/drawingml/2006/table">
            <a:tbl>
              <a:tblPr>
                <a:tableStyleId>{E8B1032C-EA38-4F05-BA0D-38AFFFC7BED3}</a:tableStyleId>
              </a:tblPr>
              <a:tblGrid>
                <a:gridCol w="2996184">
                  <a:extLst>
                    <a:ext uri="{9D8B030D-6E8A-4147-A177-3AD203B41FA5}">
                      <a16:colId xmlns:a16="http://schemas.microsoft.com/office/drawing/2014/main" val="3093109415"/>
                    </a:ext>
                  </a:extLst>
                </a:gridCol>
                <a:gridCol w="2996184">
                  <a:extLst>
                    <a:ext uri="{9D8B030D-6E8A-4147-A177-3AD203B41FA5}">
                      <a16:colId xmlns:a16="http://schemas.microsoft.com/office/drawing/2014/main" val="293095465"/>
                    </a:ext>
                  </a:extLst>
                </a:gridCol>
              </a:tblGrid>
              <a:tr h="0">
                <a:tc>
                  <a:txBody>
                    <a:bodyPr/>
                    <a:lstStyle/>
                    <a:p>
                      <a:pPr fontAlgn="b"/>
                      <a:r>
                        <a:rPr lang="en-IN" dirty="0">
                          <a:solidFill>
                            <a:srgbClr val="0070C0"/>
                          </a:solidFill>
                          <a:effectLst/>
                          <a:latin typeface="Times New Roman" panose="02020603050405020304" pitchFamily="18" charset="0"/>
                          <a:cs typeface="Times New Roman" panose="02020603050405020304" pitchFamily="18" charset="0"/>
                        </a:rPr>
                        <a:t>Feature</a:t>
                      </a:r>
                      <a:endParaRPr lang="en-IN" b="1" dirty="0">
                        <a:solidFill>
                          <a:srgbClr val="0070C0"/>
                        </a:solidFill>
                        <a:effectLst/>
                        <a:latin typeface="Times New Roman" panose="02020603050405020304" pitchFamily="18" charset="0"/>
                        <a:cs typeface="Times New Roman" panose="02020603050405020304" pitchFamily="18" charset="0"/>
                      </a:endParaRPr>
                    </a:p>
                  </a:txBody>
                  <a:tcPr anchor="b"/>
                </a:tc>
                <a:tc>
                  <a:txBody>
                    <a:bodyPr/>
                    <a:lstStyle/>
                    <a:p>
                      <a:pPr fontAlgn="b"/>
                      <a:r>
                        <a:rPr lang="en-IN" dirty="0">
                          <a:solidFill>
                            <a:srgbClr val="0070C0"/>
                          </a:solidFill>
                          <a:effectLst/>
                          <a:latin typeface="Times New Roman" panose="02020603050405020304" pitchFamily="18" charset="0"/>
                          <a:cs typeface="Times New Roman" panose="02020603050405020304" pitchFamily="18" charset="0"/>
                        </a:rPr>
                        <a:t>Description</a:t>
                      </a:r>
                      <a:endParaRPr lang="en-IN" b="1" dirty="0">
                        <a:solidFill>
                          <a:srgbClr val="0070C0"/>
                        </a:solidFill>
                        <a:effectLst/>
                        <a:latin typeface="Times New Roman" panose="02020603050405020304" pitchFamily="18" charset="0"/>
                        <a:cs typeface="Times New Roman" panose="02020603050405020304" pitchFamily="18" charset="0"/>
                      </a:endParaRPr>
                    </a:p>
                  </a:txBody>
                  <a:tcPr anchor="b"/>
                </a:tc>
                <a:extLst>
                  <a:ext uri="{0D108BD9-81ED-4DB2-BD59-A6C34878D82A}">
                    <a16:rowId xmlns:a16="http://schemas.microsoft.com/office/drawing/2014/main" val="2126175537"/>
                  </a:ext>
                </a:extLst>
              </a:tr>
              <a:tr h="0">
                <a:tc>
                  <a:txBody>
                    <a:bodyPr/>
                    <a:lstStyle/>
                    <a:p>
                      <a:pPr fontAlgn="base"/>
                      <a:r>
                        <a:rPr lang="en-IN" dirty="0">
                          <a:effectLst/>
                          <a:latin typeface="Times New Roman" panose="02020603050405020304" pitchFamily="18" charset="0"/>
                          <a:cs typeface="Times New Roman" panose="02020603050405020304" pitchFamily="18" charset="0"/>
                        </a:rPr>
                        <a:t>Focus</a:t>
                      </a:r>
                    </a:p>
                  </a:txBody>
                  <a:tcPr anchor="ctr"/>
                </a:tc>
                <a:tc>
                  <a:txBody>
                    <a:bodyPr/>
                    <a:lstStyle/>
                    <a:p>
                      <a:pPr fontAlgn="base"/>
                      <a:r>
                        <a:rPr lang="en-IN">
                          <a:effectLst/>
                          <a:latin typeface="Times New Roman" panose="02020603050405020304" pitchFamily="18" charset="0"/>
                          <a:cs typeface="Times New Roman" panose="02020603050405020304" pitchFamily="18" charset="0"/>
                        </a:rPr>
                        <a:t>Glioblastoma (GBM/HGG) &amp; Lower Grade Glioma (LGG)</a:t>
                      </a:r>
                    </a:p>
                  </a:txBody>
                  <a:tcPr anchor="ctr"/>
                </a:tc>
                <a:extLst>
                  <a:ext uri="{0D108BD9-81ED-4DB2-BD59-A6C34878D82A}">
                    <a16:rowId xmlns:a16="http://schemas.microsoft.com/office/drawing/2014/main" val="731289217"/>
                  </a:ext>
                </a:extLst>
              </a:tr>
              <a:tr h="0">
                <a:tc>
                  <a:txBody>
                    <a:bodyPr/>
                    <a:lstStyle/>
                    <a:p>
                      <a:pPr fontAlgn="base"/>
                      <a:r>
                        <a:rPr lang="en-IN" dirty="0">
                          <a:effectLst/>
                          <a:latin typeface="Times New Roman" panose="02020603050405020304" pitchFamily="18" charset="0"/>
                          <a:cs typeface="Times New Roman" panose="02020603050405020304" pitchFamily="18" charset="0"/>
                        </a:rPr>
                        <a:t>Imaging Modalities</a:t>
                      </a:r>
                    </a:p>
                  </a:txBody>
                  <a:tcPr anchor="ctr"/>
                </a:tc>
                <a:tc>
                  <a:txBody>
                    <a:bodyPr/>
                    <a:lstStyle/>
                    <a:p>
                      <a:pPr fontAlgn="base"/>
                      <a:r>
                        <a:rPr lang="en-IN">
                          <a:effectLst/>
                          <a:latin typeface="Times New Roman" panose="02020603050405020304" pitchFamily="18" charset="0"/>
                          <a:cs typeface="Times New Roman" panose="02020603050405020304" pitchFamily="18" charset="0"/>
                        </a:rPr>
                        <a:t>T1, T1Gd, T2, T2-FLAIR</a:t>
                      </a:r>
                    </a:p>
                  </a:txBody>
                  <a:tcPr anchor="ctr"/>
                </a:tc>
                <a:extLst>
                  <a:ext uri="{0D108BD9-81ED-4DB2-BD59-A6C34878D82A}">
                    <a16:rowId xmlns:a16="http://schemas.microsoft.com/office/drawing/2014/main" val="767546346"/>
                  </a:ext>
                </a:extLst>
              </a:tr>
              <a:tr h="0">
                <a:tc>
                  <a:txBody>
                    <a:bodyPr/>
                    <a:lstStyle/>
                    <a:p>
                      <a:pPr fontAlgn="base"/>
                      <a:r>
                        <a:rPr lang="en-IN">
                          <a:effectLst/>
                          <a:latin typeface="Times New Roman" panose="02020603050405020304" pitchFamily="18" charset="0"/>
                          <a:cs typeface="Times New Roman" panose="02020603050405020304" pitchFamily="18" charset="0"/>
                        </a:rPr>
                        <a:t>Spatial Resolution</a:t>
                      </a:r>
                    </a:p>
                  </a:txBody>
                  <a:tcPr anchor="ctr"/>
                </a:tc>
                <a:tc>
                  <a:txBody>
                    <a:bodyPr/>
                    <a:lstStyle/>
                    <a:p>
                      <a:pPr fontAlgn="base"/>
                      <a:r>
                        <a:rPr lang="en-IN">
                          <a:effectLst/>
                          <a:latin typeface="Times New Roman" panose="02020603050405020304" pitchFamily="18" charset="0"/>
                          <a:cs typeface="Times New Roman" panose="02020603050405020304" pitchFamily="18" charset="0"/>
                        </a:rPr>
                        <a:t>Interpolated to 1 mm³</a:t>
                      </a:r>
                    </a:p>
                  </a:txBody>
                  <a:tcPr anchor="ctr"/>
                </a:tc>
                <a:extLst>
                  <a:ext uri="{0D108BD9-81ED-4DB2-BD59-A6C34878D82A}">
                    <a16:rowId xmlns:a16="http://schemas.microsoft.com/office/drawing/2014/main" val="272301997"/>
                  </a:ext>
                </a:extLst>
              </a:tr>
              <a:tr h="0">
                <a:tc>
                  <a:txBody>
                    <a:bodyPr/>
                    <a:lstStyle/>
                    <a:p>
                      <a:pPr fontAlgn="base"/>
                      <a:r>
                        <a:rPr lang="en-IN">
                          <a:effectLst/>
                          <a:latin typeface="Times New Roman" panose="02020603050405020304" pitchFamily="18" charset="0"/>
                          <a:cs typeface="Times New Roman" panose="02020603050405020304" pitchFamily="18" charset="0"/>
                        </a:rPr>
                        <a:t>Associated Competition</a:t>
                      </a:r>
                    </a:p>
                  </a:txBody>
                  <a:tcPr anchor="ctr"/>
                </a:tc>
                <a:tc>
                  <a:txBody>
                    <a:bodyPr/>
                    <a:lstStyle/>
                    <a:p>
                      <a:pPr fontAlgn="base"/>
                      <a:r>
                        <a:rPr lang="en-US">
                          <a:effectLst/>
                          <a:latin typeface="Times New Roman" panose="02020603050405020304" pitchFamily="18" charset="0"/>
                          <a:cs typeface="Times New Roman" panose="02020603050405020304" pitchFamily="18" charset="0"/>
                        </a:rPr>
                        <a:t>Part of MICCAI 2020 Conference</a:t>
                      </a:r>
                    </a:p>
                  </a:txBody>
                  <a:tcPr anchor="ctr"/>
                </a:tc>
                <a:extLst>
                  <a:ext uri="{0D108BD9-81ED-4DB2-BD59-A6C34878D82A}">
                    <a16:rowId xmlns:a16="http://schemas.microsoft.com/office/drawing/2014/main" val="2013161118"/>
                  </a:ext>
                </a:extLst>
              </a:tr>
              <a:tr h="0">
                <a:tc>
                  <a:txBody>
                    <a:bodyPr/>
                    <a:lstStyle/>
                    <a:p>
                      <a:pPr fontAlgn="base"/>
                      <a:r>
                        <a:rPr lang="en-IN">
                          <a:effectLst/>
                          <a:latin typeface="Times New Roman" panose="02020603050405020304" pitchFamily="18" charset="0"/>
                          <a:cs typeface="Times New Roman" panose="02020603050405020304" pitchFamily="18" charset="0"/>
                        </a:rPr>
                        <a:t>Challenges</a:t>
                      </a:r>
                    </a:p>
                  </a:txBody>
                  <a:tcPr anchor="ctr"/>
                </a:tc>
                <a:tc>
                  <a:txBody>
                    <a:bodyPr/>
                    <a:lstStyle/>
                    <a:p>
                      <a:pPr fontAlgn="base"/>
                      <a:r>
                        <a:rPr lang="en-IN" dirty="0">
                          <a:effectLst/>
                          <a:latin typeface="Times New Roman" panose="02020603050405020304" pitchFamily="18" charset="0"/>
                          <a:cs typeface="Times New Roman" panose="02020603050405020304" pitchFamily="18" charset="0"/>
                        </a:rPr>
                        <a:t>Segmentation, OS prediction, uncertainty evaluation</a:t>
                      </a:r>
                    </a:p>
                  </a:txBody>
                  <a:tcPr anchor="ctr"/>
                </a:tc>
                <a:extLst>
                  <a:ext uri="{0D108BD9-81ED-4DB2-BD59-A6C34878D82A}">
                    <a16:rowId xmlns:a16="http://schemas.microsoft.com/office/drawing/2014/main" val="2780438007"/>
                  </a:ext>
                </a:extLst>
              </a:tr>
            </a:tbl>
          </a:graphicData>
        </a:graphic>
      </p:graphicFrame>
    </p:spTree>
    <p:extLst>
      <p:ext uri="{BB962C8B-B14F-4D97-AF65-F5344CB8AC3E}">
        <p14:creationId xmlns:p14="http://schemas.microsoft.com/office/powerpoint/2010/main" val="2918599815"/>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9" y="193325"/>
            <a:ext cx="4572000" cy="523220"/>
          </a:xfrm>
          <a:prstGeom prst="rect">
            <a:avLst/>
          </a:prstGeom>
        </p:spPr>
        <p:txBody>
          <a:bodyPr>
            <a:spAutoFit/>
          </a:bodyPr>
          <a:lstStyle/>
          <a:p>
            <a:pPr algn="ctr"/>
            <a:r>
              <a:rPr lang="en" sz="2800" dirty="0">
                <a:solidFill>
                  <a:schemeClr val="tx1"/>
                </a:solidFill>
                <a:latin typeface="Trispace"/>
                <a:sym typeface="Trispace"/>
              </a:rPr>
              <a:t>Data Set</a:t>
            </a:r>
            <a:endParaRPr lang="en-IN" dirty="0">
              <a:solidFill>
                <a:schemeClr val="tx1"/>
              </a:solidFill>
            </a:endParaRPr>
          </a:p>
        </p:txBody>
      </p:sp>
      <p:pic>
        <p:nvPicPr>
          <p:cNvPr id="2050" name="Picture 2" descr="Multimodal Brain Tumor Segmentation Challenge 2020: Data | CBICA | Perelman  School of Medicine at the University of Pennsylvan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43" y="1036052"/>
            <a:ext cx="3730171" cy="9745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p:cNvGraphicFramePr/>
          <p:nvPr>
            <p:extLst>
              <p:ext uri="{D42A27DB-BD31-4B8C-83A1-F6EECF244321}">
                <p14:modId xmlns:p14="http://schemas.microsoft.com/office/powerpoint/2010/main" val="541837467"/>
              </p:ext>
            </p:extLst>
          </p:nvPr>
        </p:nvGraphicFramePr>
        <p:xfrm>
          <a:off x="4325258" y="977995"/>
          <a:ext cx="4572000" cy="26377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100" name="Picture 4" descr="Premium Photo | A neon colored brain"/>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1599" y="1876396"/>
            <a:ext cx="3802743" cy="3802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037242"/>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fade">
                                      <p:cBhvr>
                                        <p:cTn id="7" dur="1000"/>
                                        <p:tgtEl>
                                          <p:spTgt spid="4100"/>
                                        </p:tgtEl>
                                      </p:cBhvr>
                                    </p:animEffect>
                                    <p:anim calcmode="lin" valueType="num">
                                      <p:cBhvr>
                                        <p:cTn id="8" dur="1000" fill="hold"/>
                                        <p:tgtEl>
                                          <p:spTgt spid="4100"/>
                                        </p:tgtEl>
                                        <p:attrNameLst>
                                          <p:attrName>ppt_x</p:attrName>
                                        </p:attrNameLst>
                                      </p:cBhvr>
                                      <p:tavLst>
                                        <p:tav tm="0">
                                          <p:val>
                                            <p:strVal val="#ppt_x"/>
                                          </p:val>
                                        </p:tav>
                                        <p:tav tm="100000">
                                          <p:val>
                                            <p:strVal val="#ppt_x"/>
                                          </p:val>
                                        </p:tav>
                                      </p:tavLst>
                                    </p:anim>
                                    <p:anim calcmode="lin" valueType="num">
                                      <p:cBhvr>
                                        <p:cTn id="9" dur="1000" fill="hold"/>
                                        <p:tgtEl>
                                          <p:spTgt spid="4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2"/>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txBox="1">
            <a:spLocks noGrp="1"/>
          </p:cNvSpPr>
          <p:nvPr>
            <p:ph type="title"/>
          </p:nvPr>
        </p:nvSpPr>
        <p:spPr>
          <a:xfrm>
            <a:off x="3487186" y="3384496"/>
            <a:ext cx="5039958"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latin typeface="Times New Roman" panose="02020603050405020304" pitchFamily="18" charset="0"/>
                <a:cs typeface="Times New Roman" panose="02020603050405020304" pitchFamily="18" charset="0"/>
              </a:rPr>
              <a:t>Data Segmentation</a:t>
            </a:r>
            <a:endParaRPr sz="2800" dirty="0">
              <a:latin typeface="Times New Roman" panose="02020603050405020304" pitchFamily="18" charset="0"/>
              <a:cs typeface="Times New Roman" panose="02020603050405020304" pitchFamily="18" charset="0"/>
            </a:endParaRPr>
          </a:p>
        </p:txBody>
      </p:sp>
      <p:sp>
        <p:nvSpPr>
          <p:cNvPr id="416" name="Google Shape;416;p32"/>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417" name="Google Shape;417;p32"/>
          <p:cNvGrpSpPr/>
          <p:nvPr/>
        </p:nvGrpSpPr>
        <p:grpSpPr>
          <a:xfrm>
            <a:off x="243563" y="319103"/>
            <a:ext cx="3660803" cy="4166640"/>
            <a:chOff x="243563" y="319103"/>
            <a:chExt cx="3660803" cy="4166640"/>
          </a:xfrm>
        </p:grpSpPr>
        <p:sp>
          <p:nvSpPr>
            <p:cNvPr id="418" name="Google Shape;418;p32"/>
            <p:cNvSpPr/>
            <p:nvPr/>
          </p:nvSpPr>
          <p:spPr>
            <a:xfrm>
              <a:off x="2529328" y="3825642"/>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1559780" y="213514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2569847" y="4992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243563" y="741118"/>
              <a:ext cx="3660803" cy="3661276"/>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2971190" y="117701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2569848" y="305745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66354" y="319103"/>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569022" y="14270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32"/>
            <p:cNvGrpSpPr/>
            <p:nvPr/>
          </p:nvGrpSpPr>
          <p:grpSpPr>
            <a:xfrm>
              <a:off x="503374" y="1310912"/>
              <a:ext cx="3057581" cy="2521892"/>
              <a:chOff x="4567123" y="4074875"/>
              <a:chExt cx="946034" cy="780288"/>
            </a:xfrm>
          </p:grpSpPr>
          <p:sp>
            <p:nvSpPr>
              <p:cNvPr id="427" name="Google Shape;427;p32"/>
              <p:cNvSpPr/>
              <p:nvPr/>
            </p:nvSpPr>
            <p:spPr>
              <a:xfrm>
                <a:off x="4698056" y="4427347"/>
                <a:ext cx="736013" cy="427816"/>
              </a:xfrm>
              <a:custGeom>
                <a:avLst/>
                <a:gdLst/>
                <a:ahLst/>
                <a:cxnLst/>
                <a:rect l="l" t="t" r="r" b="b"/>
                <a:pathLst>
                  <a:path w="16853" h="9796" extrusionOk="0">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4694125" y="4401973"/>
                <a:ext cx="743437" cy="425589"/>
              </a:xfrm>
              <a:custGeom>
                <a:avLst/>
                <a:gdLst/>
                <a:ahLst/>
                <a:cxnLst/>
                <a:rect l="l" t="t" r="r" b="b"/>
                <a:pathLst>
                  <a:path w="17023" h="9745" extrusionOk="0">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4721028" y="4421888"/>
                <a:ext cx="680680" cy="392004"/>
              </a:xfrm>
              <a:custGeom>
                <a:avLst/>
                <a:gdLst/>
                <a:ahLst/>
                <a:cxnLst/>
                <a:rect l="l" t="t" r="r" b="b"/>
                <a:pathLst>
                  <a:path w="15586" h="8976" extrusionOk="0">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5275853" y="4472374"/>
                <a:ext cx="36641" cy="20220"/>
              </a:xfrm>
              <a:custGeom>
                <a:avLst/>
                <a:gdLst/>
                <a:ahLst/>
                <a:cxnLst/>
                <a:rect l="l" t="t" r="r" b="b"/>
                <a:pathLst>
                  <a:path w="839" h="463" extrusionOk="0">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5353373" y="4514693"/>
                <a:ext cx="17163" cy="9215"/>
              </a:xfrm>
              <a:custGeom>
                <a:avLst/>
                <a:gdLst/>
                <a:ahLst/>
                <a:cxnLst/>
                <a:rect l="l" t="t" r="r" b="b"/>
                <a:pathLst>
                  <a:path w="393" h="211" extrusionOk="0">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5333895" y="4601821"/>
                <a:ext cx="46380" cy="33278"/>
              </a:xfrm>
              <a:custGeom>
                <a:avLst/>
                <a:gdLst/>
                <a:ahLst/>
                <a:cxnLst/>
                <a:rect l="l" t="t" r="r" b="b"/>
                <a:pathLst>
                  <a:path w="1062" h="762" extrusionOk="0">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5275067" y="4636105"/>
                <a:ext cx="45987" cy="33235"/>
              </a:xfrm>
              <a:custGeom>
                <a:avLst/>
                <a:gdLst/>
                <a:ahLst/>
                <a:cxnLst/>
                <a:rect l="l" t="t" r="r" b="b"/>
                <a:pathLst>
                  <a:path w="1053" h="761" extrusionOk="0">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790381" y="4744021"/>
                <a:ext cx="46031" cy="33235"/>
              </a:xfrm>
              <a:custGeom>
                <a:avLst/>
                <a:gdLst/>
                <a:ahLst/>
                <a:cxnLst/>
                <a:rect l="l" t="t" r="r" b="b"/>
                <a:pathLst>
                  <a:path w="1054" h="761" extrusionOk="0">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a:off x="4742175" y="4074875"/>
                <a:ext cx="533679" cy="414643"/>
                <a:chOff x="3186425" y="4160625"/>
                <a:chExt cx="533679" cy="414643"/>
              </a:xfrm>
            </p:grpSpPr>
            <p:grpSp>
              <p:nvGrpSpPr>
                <p:cNvPr id="436" name="Google Shape;436;p32"/>
                <p:cNvGrpSpPr/>
                <p:nvPr/>
              </p:nvGrpSpPr>
              <p:grpSpPr>
                <a:xfrm>
                  <a:off x="3248670" y="4212301"/>
                  <a:ext cx="409169" cy="311298"/>
                  <a:chOff x="3248670" y="4212301"/>
                  <a:chExt cx="409169" cy="311298"/>
                </a:xfrm>
              </p:grpSpPr>
              <p:sp>
                <p:nvSpPr>
                  <p:cNvPr id="437" name="Google Shape;437;p32"/>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32"/>
              <p:cNvSpPr/>
              <p:nvPr/>
            </p:nvSpPr>
            <p:spPr>
              <a:xfrm>
                <a:off x="4567123" y="4086828"/>
                <a:ext cx="946034" cy="728195"/>
              </a:xfrm>
              <a:custGeom>
                <a:avLst/>
                <a:gdLst/>
                <a:ahLst/>
                <a:cxnLst/>
                <a:rect l="l" t="t" r="r" b="b"/>
                <a:pathLst>
                  <a:path w="21662" h="16674" extrusionOk="0">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 name="Google Shape;446;p32"/>
            <p:cNvSpPr/>
            <p:nvPr/>
          </p:nvSpPr>
          <p:spPr>
            <a:xfrm>
              <a:off x="1229047" y="41980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83078" y="295066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57894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9" y="193325"/>
            <a:ext cx="4572000" cy="523220"/>
          </a:xfrm>
          <a:prstGeom prst="rect">
            <a:avLst/>
          </a:prstGeom>
        </p:spPr>
        <p:txBody>
          <a:bodyPr>
            <a:spAutoFit/>
          </a:bodyPr>
          <a:lstStyle/>
          <a:p>
            <a:r>
              <a:rPr lang="en" sz="2800" dirty="0">
                <a:solidFill>
                  <a:schemeClr val="tx1"/>
                </a:solidFill>
                <a:latin typeface="Trispace"/>
                <a:sym typeface="Trispace"/>
              </a:rPr>
              <a:t>Data Segmentation</a:t>
            </a:r>
            <a:endParaRPr lang="en-IN" dirty="0">
              <a:solidFill>
                <a:schemeClr val="tx1"/>
              </a:solidFill>
            </a:endParaRPr>
          </a:p>
        </p:txBody>
      </p:sp>
      <p:sp>
        <p:nvSpPr>
          <p:cNvPr id="4" name="Rectangle 3"/>
          <p:cNvSpPr/>
          <p:nvPr/>
        </p:nvSpPr>
        <p:spPr>
          <a:xfrm>
            <a:off x="2764972" y="794489"/>
            <a:ext cx="6267516" cy="2031325"/>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Data segmentation is the process of partitioning medical imaging data, such as MRI or CT scans of the brain, into meaningful segments or regions. In brain tumor detection, segmentation involves identifying and delineating tumors or regions of interest from surrounding tissues.</a:t>
            </a:r>
          </a:p>
          <a:p>
            <a:pPr algn="just"/>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2789078" y="2087150"/>
            <a:ext cx="5994400" cy="1477328"/>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Accurate segmentation plays a pivotal role in diagnosis, treatment planning, and monitoring of brain tumors. It provides crucial spatial information about tumor location, size, and shape, aiding clinicians in making informed decisions </a:t>
            </a:r>
            <a:r>
              <a:rPr lang="en-US" dirty="0">
                <a:solidFill>
                  <a:srgbClr val="ECECEC"/>
                </a:solidFill>
                <a:latin typeface="Times New Roman" panose="02020603050405020304" pitchFamily="18" charset="0"/>
                <a:cs typeface="Times New Roman" panose="02020603050405020304" pitchFamily="18" charset="0"/>
              </a:rPr>
              <a:t>about patient care.</a:t>
            </a:r>
            <a:endParaRPr lang="en-IN" dirty="0">
              <a:latin typeface="Times New Roman" panose="02020603050405020304" pitchFamily="18" charset="0"/>
              <a:cs typeface="Times New Roman" panose="02020603050405020304" pitchFamily="18" charset="0"/>
            </a:endParaRPr>
          </a:p>
        </p:txBody>
      </p:sp>
      <p:sp>
        <p:nvSpPr>
          <p:cNvPr id="11" name="Rectangle 10"/>
          <p:cNvSpPr/>
          <p:nvPr/>
        </p:nvSpPr>
        <p:spPr>
          <a:xfrm>
            <a:off x="2764972" y="3121359"/>
            <a:ext cx="5994400" cy="1754326"/>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Traditional segmentation methods, such as thresholding and region growing, have been supplemented by advanced approaches like deep learning-based segmentation using convolutional neural networks (CNNs). These methods offer improved accuracy and robustness in segmenting brain tumors from complex medical </a:t>
            </a:r>
            <a:r>
              <a:rPr lang="en-US" dirty="0">
                <a:solidFill>
                  <a:srgbClr val="ECECEC"/>
                </a:solidFill>
                <a:latin typeface="Times New Roman" panose="02020603050405020304" pitchFamily="18" charset="0"/>
                <a:cs typeface="Times New Roman" panose="02020603050405020304" pitchFamily="18" charset="0"/>
              </a:rPr>
              <a:t>imaging data.</a:t>
            </a:r>
            <a:endParaRPr lang="en-IN"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330255" y="1046951"/>
            <a:ext cx="2256861" cy="3176706"/>
          </a:xfrm>
          <a:prstGeom prst="rect">
            <a:avLst/>
          </a:prstGeom>
        </p:spPr>
      </p:pic>
    </p:spTree>
    <p:extLst>
      <p:ext uri="{BB962C8B-B14F-4D97-AF65-F5344CB8AC3E}">
        <p14:creationId xmlns:p14="http://schemas.microsoft.com/office/powerpoint/2010/main" val="2724304130"/>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8" y="193325"/>
            <a:ext cx="5138057" cy="523220"/>
          </a:xfrm>
          <a:prstGeom prst="rect">
            <a:avLst/>
          </a:prstGeom>
        </p:spPr>
        <p:txBody>
          <a:bodyPr wrap="square">
            <a:spAutoFit/>
          </a:bodyPr>
          <a:lstStyle/>
          <a:p>
            <a:r>
              <a:rPr lang="en" sz="2800" dirty="0">
                <a:solidFill>
                  <a:schemeClr val="tx1"/>
                </a:solidFill>
                <a:latin typeface="Times New Roman" panose="02020603050405020304" pitchFamily="18" charset="0"/>
                <a:cs typeface="Times New Roman" panose="02020603050405020304" pitchFamily="18" charset="0"/>
                <a:sym typeface="Trispace"/>
              </a:rPr>
              <a:t>Segmentation Channels</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582057" y="819275"/>
            <a:ext cx="5341256" cy="39060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97301223"/>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1661886" y="193325"/>
            <a:ext cx="5958114" cy="523220"/>
          </a:xfrm>
          <a:prstGeom prst="rect">
            <a:avLst/>
          </a:prstGeom>
        </p:spPr>
        <p:txBody>
          <a:bodyPr wrap="square">
            <a:spAutoFit/>
          </a:bodyPr>
          <a:lstStyle/>
          <a:p>
            <a:r>
              <a:rPr lang="en" sz="2800" dirty="0">
                <a:solidFill>
                  <a:schemeClr val="tx1"/>
                </a:solidFill>
                <a:latin typeface="Times New Roman" panose="02020603050405020304" pitchFamily="18" charset="0"/>
                <a:cs typeface="Times New Roman" panose="02020603050405020304" pitchFamily="18" charset="0"/>
                <a:sym typeface="Trispace"/>
              </a:rPr>
              <a:t>Segmentation Architecture</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6146" name="Picture 2" descr="U-Net Architecture Explained - GeeksforGee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842" y="1082222"/>
            <a:ext cx="6917871" cy="345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244410"/>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2"/>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txBox="1">
            <a:spLocks noGrp="1"/>
          </p:cNvSpPr>
          <p:nvPr>
            <p:ph type="title"/>
          </p:nvPr>
        </p:nvSpPr>
        <p:spPr>
          <a:xfrm>
            <a:off x="2310984" y="3468706"/>
            <a:ext cx="7475542" cy="841800"/>
          </a:xfrm>
          <a:prstGeom prst="rect">
            <a:avLst/>
          </a:prstGeom>
        </p:spPr>
        <p:txBody>
          <a:bodyPr spcFirstLastPara="1" wrap="square" lIns="91425" tIns="91425" rIns="91425" bIns="91425" anchor="ctr" anchorCtr="0">
            <a:noAutofit/>
          </a:bodyPr>
          <a:lstStyle/>
          <a:p>
            <a:pPr lvl="0"/>
            <a:r>
              <a:rPr lang="en-US" sz="2800" dirty="0"/>
              <a:t>Data Classification </a:t>
            </a:r>
            <a:endParaRPr sz="2800" dirty="0"/>
          </a:p>
        </p:txBody>
      </p:sp>
      <p:sp>
        <p:nvSpPr>
          <p:cNvPr id="416" name="Google Shape;416;p32"/>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417" name="Google Shape;417;p32"/>
          <p:cNvGrpSpPr/>
          <p:nvPr/>
        </p:nvGrpSpPr>
        <p:grpSpPr>
          <a:xfrm>
            <a:off x="243563" y="319103"/>
            <a:ext cx="3660803" cy="4166640"/>
            <a:chOff x="243563" y="319103"/>
            <a:chExt cx="3660803" cy="4166640"/>
          </a:xfrm>
        </p:grpSpPr>
        <p:sp>
          <p:nvSpPr>
            <p:cNvPr id="418" name="Google Shape;418;p32"/>
            <p:cNvSpPr/>
            <p:nvPr/>
          </p:nvSpPr>
          <p:spPr>
            <a:xfrm>
              <a:off x="2529328" y="3825642"/>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1559780" y="213514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2569847" y="4992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243563" y="741118"/>
              <a:ext cx="3660803" cy="3661276"/>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2971190" y="117701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2569848" y="305745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66354" y="319103"/>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569022" y="14270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32"/>
            <p:cNvGrpSpPr/>
            <p:nvPr/>
          </p:nvGrpSpPr>
          <p:grpSpPr>
            <a:xfrm>
              <a:off x="503374" y="1310912"/>
              <a:ext cx="3057581" cy="2521892"/>
              <a:chOff x="4567123" y="4074875"/>
              <a:chExt cx="946034" cy="780288"/>
            </a:xfrm>
          </p:grpSpPr>
          <p:sp>
            <p:nvSpPr>
              <p:cNvPr id="427" name="Google Shape;427;p32"/>
              <p:cNvSpPr/>
              <p:nvPr/>
            </p:nvSpPr>
            <p:spPr>
              <a:xfrm>
                <a:off x="4698056" y="4427347"/>
                <a:ext cx="736013" cy="427816"/>
              </a:xfrm>
              <a:custGeom>
                <a:avLst/>
                <a:gdLst/>
                <a:ahLst/>
                <a:cxnLst/>
                <a:rect l="l" t="t" r="r" b="b"/>
                <a:pathLst>
                  <a:path w="16853" h="9796" extrusionOk="0">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4694125" y="4401973"/>
                <a:ext cx="743437" cy="425589"/>
              </a:xfrm>
              <a:custGeom>
                <a:avLst/>
                <a:gdLst/>
                <a:ahLst/>
                <a:cxnLst/>
                <a:rect l="l" t="t" r="r" b="b"/>
                <a:pathLst>
                  <a:path w="17023" h="9745" extrusionOk="0">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4721028" y="4421888"/>
                <a:ext cx="680680" cy="392004"/>
              </a:xfrm>
              <a:custGeom>
                <a:avLst/>
                <a:gdLst/>
                <a:ahLst/>
                <a:cxnLst/>
                <a:rect l="l" t="t" r="r" b="b"/>
                <a:pathLst>
                  <a:path w="15586" h="8976" extrusionOk="0">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5275853" y="4472374"/>
                <a:ext cx="36641" cy="20220"/>
              </a:xfrm>
              <a:custGeom>
                <a:avLst/>
                <a:gdLst/>
                <a:ahLst/>
                <a:cxnLst/>
                <a:rect l="l" t="t" r="r" b="b"/>
                <a:pathLst>
                  <a:path w="839" h="463" extrusionOk="0">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5353373" y="4514693"/>
                <a:ext cx="17163" cy="9215"/>
              </a:xfrm>
              <a:custGeom>
                <a:avLst/>
                <a:gdLst/>
                <a:ahLst/>
                <a:cxnLst/>
                <a:rect l="l" t="t" r="r" b="b"/>
                <a:pathLst>
                  <a:path w="393" h="211" extrusionOk="0">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5333895" y="4601821"/>
                <a:ext cx="46380" cy="33278"/>
              </a:xfrm>
              <a:custGeom>
                <a:avLst/>
                <a:gdLst/>
                <a:ahLst/>
                <a:cxnLst/>
                <a:rect l="l" t="t" r="r" b="b"/>
                <a:pathLst>
                  <a:path w="1062" h="762" extrusionOk="0">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5275067" y="4636105"/>
                <a:ext cx="45987" cy="33235"/>
              </a:xfrm>
              <a:custGeom>
                <a:avLst/>
                <a:gdLst/>
                <a:ahLst/>
                <a:cxnLst/>
                <a:rect l="l" t="t" r="r" b="b"/>
                <a:pathLst>
                  <a:path w="1053" h="761" extrusionOk="0">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790381" y="4744021"/>
                <a:ext cx="46031" cy="33235"/>
              </a:xfrm>
              <a:custGeom>
                <a:avLst/>
                <a:gdLst/>
                <a:ahLst/>
                <a:cxnLst/>
                <a:rect l="l" t="t" r="r" b="b"/>
                <a:pathLst>
                  <a:path w="1054" h="761" extrusionOk="0">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a:off x="4742175" y="4074875"/>
                <a:ext cx="533679" cy="414643"/>
                <a:chOff x="3186425" y="4160625"/>
                <a:chExt cx="533679" cy="414643"/>
              </a:xfrm>
            </p:grpSpPr>
            <p:grpSp>
              <p:nvGrpSpPr>
                <p:cNvPr id="436" name="Google Shape;436;p32"/>
                <p:cNvGrpSpPr/>
                <p:nvPr/>
              </p:nvGrpSpPr>
              <p:grpSpPr>
                <a:xfrm>
                  <a:off x="3248670" y="4212301"/>
                  <a:ext cx="409169" cy="311298"/>
                  <a:chOff x="3248670" y="4212301"/>
                  <a:chExt cx="409169" cy="311298"/>
                </a:xfrm>
              </p:grpSpPr>
              <p:sp>
                <p:nvSpPr>
                  <p:cNvPr id="437" name="Google Shape;437;p32"/>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32"/>
              <p:cNvSpPr/>
              <p:nvPr/>
            </p:nvSpPr>
            <p:spPr>
              <a:xfrm>
                <a:off x="4567123" y="4086828"/>
                <a:ext cx="946034" cy="728195"/>
              </a:xfrm>
              <a:custGeom>
                <a:avLst/>
                <a:gdLst/>
                <a:ahLst/>
                <a:cxnLst/>
                <a:rect l="l" t="t" r="r" b="b"/>
                <a:pathLst>
                  <a:path w="21662" h="16674" extrusionOk="0">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 name="Google Shape;446;p32"/>
            <p:cNvSpPr/>
            <p:nvPr/>
          </p:nvSpPr>
          <p:spPr>
            <a:xfrm>
              <a:off x="1229047" y="41980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83078" y="295066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081874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9" y="193325"/>
            <a:ext cx="4572000" cy="523220"/>
          </a:xfrm>
          <a:prstGeom prst="rect">
            <a:avLst/>
          </a:prstGeom>
        </p:spPr>
        <p:txBody>
          <a:bodyPr>
            <a:spAutoFit/>
          </a:bodyPr>
          <a:lstStyle/>
          <a:p>
            <a:r>
              <a:rPr lang="en" sz="2800" dirty="0">
                <a:solidFill>
                  <a:schemeClr val="tx1"/>
                </a:solidFill>
                <a:latin typeface="Trispace"/>
                <a:sym typeface="Trispace"/>
              </a:rPr>
              <a:t>Data Classification</a:t>
            </a:r>
            <a:endParaRPr lang="en-IN" dirty="0">
              <a:solidFill>
                <a:schemeClr val="tx1"/>
              </a:solidFill>
            </a:endParaRPr>
          </a:p>
        </p:txBody>
      </p:sp>
      <p:sp>
        <p:nvSpPr>
          <p:cNvPr id="4" name="Rectangle 3"/>
          <p:cNvSpPr/>
          <p:nvPr/>
        </p:nvSpPr>
        <p:spPr>
          <a:xfrm>
            <a:off x="2764972" y="940796"/>
            <a:ext cx="5994400" cy="1477328"/>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Data classification is the process of categorizing data into distinct groups or classes based on specific criteria or attributes. The primary objective of data classification is to organize and label data according to its characteristics, making </a:t>
            </a:r>
            <a:r>
              <a:rPr lang="en-US" dirty="0">
                <a:solidFill>
                  <a:srgbClr val="ECECEC"/>
                </a:solidFill>
                <a:latin typeface="Times New Roman" panose="02020603050405020304" pitchFamily="18" charset="0"/>
                <a:cs typeface="Times New Roman" panose="02020603050405020304" pitchFamily="18" charset="0"/>
              </a:rPr>
              <a:t>it easier to manage, analyze, and utilize for various purposes. </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2764972" y="2110347"/>
            <a:ext cx="5994400" cy="92333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Classification involves assigning predefined labels or categories to data instances, enabling automated decision-making, pattern recognition</a:t>
            </a:r>
            <a:r>
              <a:rPr lang="en-US" dirty="0">
                <a:solidFill>
                  <a:srgbClr val="ECECEC"/>
                </a:solidFill>
                <a:latin typeface="Times New Roman" panose="02020603050405020304" pitchFamily="18" charset="0"/>
                <a:cs typeface="Times New Roman" panose="02020603050405020304" pitchFamily="18" charset="0"/>
              </a:rPr>
              <a:t>, and inf</a:t>
            </a:r>
            <a:r>
              <a:rPr lang="en-US" dirty="0">
                <a:solidFill>
                  <a:srgbClr val="ECECEC"/>
                </a:solidFill>
                <a:latin typeface="Söhne"/>
              </a:rPr>
              <a:t>ormation retrieval.</a:t>
            </a:r>
            <a:endParaRPr lang="en-IN" dirty="0"/>
          </a:p>
        </p:txBody>
      </p:sp>
      <p:sp>
        <p:nvSpPr>
          <p:cNvPr id="11" name="Rectangle 10"/>
          <p:cNvSpPr/>
          <p:nvPr/>
        </p:nvSpPr>
        <p:spPr>
          <a:xfrm>
            <a:off x="2764972" y="3005244"/>
            <a:ext cx="5994400" cy="1477328"/>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This process is fundamental in various domains, including machine learning, data mining, information retrieval, and database management, where data classification facilitates tasks such as predictive modeling, pattern recognition, and knowledge discovery.</a:t>
            </a:r>
            <a:endParaRPr lang="en-IN" dirty="0">
              <a:latin typeface="Times New Roman" panose="02020603050405020304" pitchFamily="18" charset="0"/>
              <a:cs typeface="Times New Roman" panose="02020603050405020304" pitchFamily="18" charset="0"/>
            </a:endParaRPr>
          </a:p>
        </p:txBody>
      </p:sp>
      <p:pic>
        <p:nvPicPr>
          <p:cNvPr id="8194" name="Picture 2" descr="What Is Data Classification? Everything You Need To Know + Templ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28" y="1016825"/>
            <a:ext cx="2479235" cy="2942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625248"/>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2213429" y="193325"/>
            <a:ext cx="4572000" cy="523220"/>
          </a:xfrm>
          <a:prstGeom prst="rect">
            <a:avLst/>
          </a:prstGeom>
        </p:spPr>
        <p:txBody>
          <a:bodyPr>
            <a:spAutoFit/>
          </a:bodyPr>
          <a:lstStyle/>
          <a:p>
            <a:pPr algn="ctr"/>
            <a:r>
              <a:rPr lang="en" sz="2800" dirty="0">
                <a:solidFill>
                  <a:schemeClr val="tx1"/>
                </a:solidFill>
                <a:latin typeface="Trispace"/>
                <a:sym typeface="Trispace"/>
              </a:rPr>
              <a:t>Types of Tumors</a:t>
            </a:r>
            <a:endParaRPr lang="en-IN" dirty="0">
              <a:solidFill>
                <a:schemeClr val="tx1"/>
              </a:solidFill>
            </a:endParaRPr>
          </a:p>
        </p:txBody>
      </p:sp>
      <p:pic>
        <p:nvPicPr>
          <p:cNvPr id="9222" name="Picture 6" descr="Three brain tumor types. (A) glioma, (B) pituitary, (C) meningioma with...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604" y="933255"/>
            <a:ext cx="4441825" cy="3684102"/>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677167"/>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 name="Rectangle 2"/>
          <p:cNvSpPr/>
          <p:nvPr/>
        </p:nvSpPr>
        <p:spPr>
          <a:xfrm>
            <a:off x="1248229" y="287668"/>
            <a:ext cx="6371772" cy="523220"/>
          </a:xfrm>
          <a:prstGeom prst="rect">
            <a:avLst/>
          </a:prstGeom>
        </p:spPr>
        <p:txBody>
          <a:bodyPr wrap="square">
            <a:spAutoFit/>
          </a:bodyPr>
          <a:lstStyle/>
          <a:p>
            <a:pPr algn="ctr"/>
            <a:r>
              <a:rPr lang="en" sz="2800" dirty="0">
                <a:solidFill>
                  <a:schemeClr val="tx1"/>
                </a:solidFill>
                <a:latin typeface="Trispace"/>
                <a:sym typeface="Trispace"/>
              </a:rPr>
              <a:t>Classification Architecture</a:t>
            </a:r>
            <a:endParaRPr lang="en-IN" dirty="0">
              <a:solidFill>
                <a:schemeClr val="tx1"/>
              </a:solidFill>
            </a:endParaRPr>
          </a:p>
        </p:txBody>
      </p:sp>
      <p:pic>
        <p:nvPicPr>
          <p:cNvPr id="10242" name="Picture 2" descr="The Annotated ResNet-50. Explaining how ResNet-50 works and why… | by  Suvaditya Mukherjee | Towards Data Science"/>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9567" y="1354238"/>
            <a:ext cx="8227623" cy="2650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448147"/>
      </p:ext>
    </p:extLst>
  </p:cSld>
  <p:clrMapOvr>
    <a:masterClrMapping/>
  </p:clrMapOvr>
  <mc:AlternateContent xmlns:mc="http://schemas.openxmlformats.org/markup-compatibility/2006" xmlns:p14="http://schemas.microsoft.com/office/powerpoint/2010/main">
    <mc:Choice Requires="p14">
      <p:transition spd="slow" p14:dur="3000">
        <p14:honeycomb/>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2"/>
          <p:cNvSpPr/>
          <p:nvPr/>
        </p:nvSpPr>
        <p:spPr>
          <a:xfrm>
            <a:off x="4939650" y="1111950"/>
            <a:ext cx="2077800" cy="2077800"/>
          </a:xfrm>
          <a:prstGeom prst="ellipse">
            <a:avLst/>
          </a:prstGeom>
          <a:gradFill>
            <a:gsLst>
              <a:gs pos="0">
                <a:srgbClr val="8134EC">
                  <a:alpha val="50196"/>
                  <a:alpha val="49380"/>
                </a:srgbClr>
              </a:gs>
              <a:gs pos="77000">
                <a:srgbClr val="FFFFFF">
                  <a:alpha val="0"/>
                  <a:alpha val="49380"/>
                </a:srgbClr>
              </a:gs>
              <a:gs pos="100000">
                <a:srgbClr val="FFFFFF">
                  <a:alpha val="0"/>
                  <a:alpha val="4938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txBox="1">
            <a:spLocks noGrp="1"/>
          </p:cNvSpPr>
          <p:nvPr>
            <p:ph type="title"/>
          </p:nvPr>
        </p:nvSpPr>
        <p:spPr>
          <a:xfrm>
            <a:off x="2310984" y="3468706"/>
            <a:ext cx="7475542" cy="841800"/>
          </a:xfrm>
          <a:prstGeom prst="rect">
            <a:avLst/>
          </a:prstGeom>
        </p:spPr>
        <p:txBody>
          <a:bodyPr spcFirstLastPara="1" wrap="square" lIns="91425" tIns="91425" rIns="91425" bIns="91425" anchor="ctr" anchorCtr="0">
            <a:noAutofit/>
          </a:bodyPr>
          <a:lstStyle/>
          <a:p>
            <a:pPr lvl="0"/>
            <a:r>
              <a:rPr lang="en-US" sz="2800" dirty="0"/>
              <a:t>Model Testing &amp; Front-end</a:t>
            </a:r>
            <a:endParaRPr sz="2800" dirty="0"/>
          </a:p>
        </p:txBody>
      </p:sp>
      <p:sp>
        <p:nvSpPr>
          <p:cNvPr id="416" name="Google Shape;416;p32"/>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417" name="Google Shape;417;p32"/>
          <p:cNvGrpSpPr/>
          <p:nvPr/>
        </p:nvGrpSpPr>
        <p:grpSpPr>
          <a:xfrm>
            <a:off x="243563" y="319103"/>
            <a:ext cx="3660803" cy="4166640"/>
            <a:chOff x="243563" y="319103"/>
            <a:chExt cx="3660803" cy="4166640"/>
          </a:xfrm>
        </p:grpSpPr>
        <p:sp>
          <p:nvSpPr>
            <p:cNvPr id="418" name="Google Shape;418;p32"/>
            <p:cNvSpPr/>
            <p:nvPr/>
          </p:nvSpPr>
          <p:spPr>
            <a:xfrm>
              <a:off x="2529328" y="3825642"/>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1559780" y="2135143"/>
              <a:ext cx="468769" cy="468795"/>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2569847" y="4992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243563" y="741118"/>
              <a:ext cx="3660803" cy="3661276"/>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B47FFF">
                    <a:alpha val="50196"/>
                  </a:srgbClr>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2971190" y="117701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2569848" y="305745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766354" y="319103"/>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569022" y="14270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32"/>
            <p:cNvGrpSpPr/>
            <p:nvPr/>
          </p:nvGrpSpPr>
          <p:grpSpPr>
            <a:xfrm>
              <a:off x="503374" y="1310912"/>
              <a:ext cx="3057581" cy="2521892"/>
              <a:chOff x="4567123" y="4074875"/>
              <a:chExt cx="946034" cy="780288"/>
            </a:xfrm>
          </p:grpSpPr>
          <p:sp>
            <p:nvSpPr>
              <p:cNvPr id="427" name="Google Shape;427;p32"/>
              <p:cNvSpPr/>
              <p:nvPr/>
            </p:nvSpPr>
            <p:spPr>
              <a:xfrm>
                <a:off x="4698056" y="4427347"/>
                <a:ext cx="736013" cy="427816"/>
              </a:xfrm>
              <a:custGeom>
                <a:avLst/>
                <a:gdLst/>
                <a:ahLst/>
                <a:cxnLst/>
                <a:rect l="l" t="t" r="r" b="b"/>
                <a:pathLst>
                  <a:path w="16853" h="9796" extrusionOk="0">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4694125" y="4401973"/>
                <a:ext cx="743437" cy="425589"/>
              </a:xfrm>
              <a:custGeom>
                <a:avLst/>
                <a:gdLst/>
                <a:ahLst/>
                <a:cxnLst/>
                <a:rect l="l" t="t" r="r" b="b"/>
                <a:pathLst>
                  <a:path w="17023" h="9745" extrusionOk="0">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4721028" y="4421888"/>
                <a:ext cx="680680" cy="392004"/>
              </a:xfrm>
              <a:custGeom>
                <a:avLst/>
                <a:gdLst/>
                <a:ahLst/>
                <a:cxnLst/>
                <a:rect l="l" t="t" r="r" b="b"/>
                <a:pathLst>
                  <a:path w="15586" h="8976" extrusionOk="0">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5275853" y="4472374"/>
                <a:ext cx="36641" cy="20220"/>
              </a:xfrm>
              <a:custGeom>
                <a:avLst/>
                <a:gdLst/>
                <a:ahLst/>
                <a:cxnLst/>
                <a:rect l="l" t="t" r="r" b="b"/>
                <a:pathLst>
                  <a:path w="839" h="463" extrusionOk="0">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5353373" y="4514693"/>
                <a:ext cx="17163" cy="9215"/>
              </a:xfrm>
              <a:custGeom>
                <a:avLst/>
                <a:gdLst/>
                <a:ahLst/>
                <a:cxnLst/>
                <a:rect l="l" t="t" r="r" b="b"/>
                <a:pathLst>
                  <a:path w="393" h="211" extrusionOk="0">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5333895" y="4601821"/>
                <a:ext cx="46380" cy="33278"/>
              </a:xfrm>
              <a:custGeom>
                <a:avLst/>
                <a:gdLst/>
                <a:ahLst/>
                <a:cxnLst/>
                <a:rect l="l" t="t" r="r" b="b"/>
                <a:pathLst>
                  <a:path w="1062" h="762" extrusionOk="0">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5275067" y="4636105"/>
                <a:ext cx="45987" cy="33235"/>
              </a:xfrm>
              <a:custGeom>
                <a:avLst/>
                <a:gdLst/>
                <a:ahLst/>
                <a:cxnLst/>
                <a:rect l="l" t="t" r="r" b="b"/>
                <a:pathLst>
                  <a:path w="1053" h="761" extrusionOk="0">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790381" y="4744021"/>
                <a:ext cx="46031" cy="33235"/>
              </a:xfrm>
              <a:custGeom>
                <a:avLst/>
                <a:gdLst/>
                <a:ahLst/>
                <a:cxnLst/>
                <a:rect l="l" t="t" r="r" b="b"/>
                <a:pathLst>
                  <a:path w="1054" h="761" extrusionOk="0">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a:off x="4742175" y="4074875"/>
                <a:ext cx="533679" cy="414643"/>
                <a:chOff x="3186425" y="4160625"/>
                <a:chExt cx="533679" cy="414643"/>
              </a:xfrm>
            </p:grpSpPr>
            <p:grpSp>
              <p:nvGrpSpPr>
                <p:cNvPr id="436" name="Google Shape;436;p32"/>
                <p:cNvGrpSpPr/>
                <p:nvPr/>
              </p:nvGrpSpPr>
              <p:grpSpPr>
                <a:xfrm>
                  <a:off x="3248670" y="4212301"/>
                  <a:ext cx="409169" cy="311298"/>
                  <a:chOff x="3248670" y="4212301"/>
                  <a:chExt cx="409169" cy="311298"/>
                </a:xfrm>
              </p:grpSpPr>
              <p:sp>
                <p:nvSpPr>
                  <p:cNvPr id="437" name="Google Shape;437;p32"/>
                  <p:cNvSpPr/>
                  <p:nvPr/>
                </p:nvSpPr>
                <p:spPr>
                  <a:xfrm>
                    <a:off x="3249849" y="4212301"/>
                    <a:ext cx="337457" cy="246269"/>
                  </a:xfrm>
                  <a:custGeom>
                    <a:avLst/>
                    <a:gdLst/>
                    <a:ahLst/>
                    <a:cxnLst/>
                    <a:rect l="l" t="t" r="r" b="b"/>
                    <a:pathLst>
                      <a:path w="7727" h="5639" extrusionOk="0">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3304790" y="4265276"/>
                    <a:ext cx="353048" cy="258323"/>
                  </a:xfrm>
                  <a:custGeom>
                    <a:avLst/>
                    <a:gdLst/>
                    <a:ahLst/>
                    <a:cxnLst/>
                    <a:rect l="l" t="t" r="r" b="b"/>
                    <a:pathLst>
                      <a:path w="8084" h="5915" extrusionOk="0">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3461010" y="4317465"/>
                    <a:ext cx="51883" cy="56556"/>
                  </a:xfrm>
                  <a:custGeom>
                    <a:avLst/>
                    <a:gdLst/>
                    <a:ahLst/>
                    <a:cxnLst/>
                    <a:rect l="l" t="t" r="r" b="b"/>
                    <a:pathLst>
                      <a:path w="1188" h="1295" extrusionOk="0">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548706" y="4278902"/>
                    <a:ext cx="33934" cy="78348"/>
                  </a:xfrm>
                  <a:custGeom>
                    <a:avLst/>
                    <a:gdLst/>
                    <a:ahLst/>
                    <a:cxnLst/>
                    <a:rect l="l" t="t" r="r" b="b"/>
                    <a:pathLst>
                      <a:path w="777" h="1794" extrusionOk="0">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404933" y="4414114"/>
                    <a:ext cx="25374" cy="40135"/>
                  </a:xfrm>
                  <a:custGeom>
                    <a:avLst/>
                    <a:gdLst/>
                    <a:ahLst/>
                    <a:cxnLst/>
                    <a:rect l="l" t="t" r="r" b="b"/>
                    <a:pathLst>
                      <a:path w="581" h="919" extrusionOk="0">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3468827" y="4251257"/>
                    <a:ext cx="14456" cy="15984"/>
                  </a:xfrm>
                  <a:custGeom>
                    <a:avLst/>
                    <a:gdLst/>
                    <a:ahLst/>
                    <a:cxnLst/>
                    <a:rect l="l" t="t" r="r" b="b"/>
                    <a:pathLst>
                      <a:path w="331" h="366" extrusionOk="0">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3248670" y="4213043"/>
                    <a:ext cx="407988" cy="309027"/>
                  </a:xfrm>
                  <a:custGeom>
                    <a:avLst/>
                    <a:gdLst/>
                    <a:ahLst/>
                    <a:cxnLst/>
                    <a:rect l="l" t="t" r="r" b="b"/>
                    <a:pathLst>
                      <a:path w="9342" h="7076" extrusionOk="0">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32"/>
                <p:cNvSpPr/>
                <p:nvPr/>
              </p:nvSpPr>
              <p:spPr>
                <a:xfrm>
                  <a:off x="3186425" y="4160625"/>
                  <a:ext cx="533679" cy="414643"/>
                </a:xfrm>
                <a:custGeom>
                  <a:avLst/>
                  <a:gdLst/>
                  <a:ahLst/>
                  <a:cxnLst/>
                  <a:rect l="l" t="t" r="r" b="b"/>
                  <a:pathLst>
                    <a:path w="11437" h="8886" extrusionOk="0">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32"/>
              <p:cNvSpPr/>
              <p:nvPr/>
            </p:nvSpPr>
            <p:spPr>
              <a:xfrm>
                <a:off x="4567123" y="4086828"/>
                <a:ext cx="946034" cy="728195"/>
              </a:xfrm>
              <a:custGeom>
                <a:avLst/>
                <a:gdLst/>
                <a:ahLst/>
                <a:cxnLst/>
                <a:rect l="l" t="t" r="r" b="b"/>
                <a:pathLst>
                  <a:path w="21662" h="16674" extrusionOk="0">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6" name="Google Shape;446;p32"/>
            <p:cNvSpPr/>
            <p:nvPr/>
          </p:nvSpPr>
          <p:spPr>
            <a:xfrm>
              <a:off x="1229047" y="4198090"/>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83078" y="2950667"/>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963474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5"/>
          <p:cNvSpPr txBox="1">
            <a:spLocks noGrp="1"/>
          </p:cNvSpPr>
          <p:nvPr>
            <p:ph type="title"/>
          </p:nvPr>
        </p:nvSpPr>
        <p:spPr>
          <a:xfrm>
            <a:off x="611143" y="24809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Model Testing</a:t>
            </a:r>
            <a:endParaRPr dirty="0"/>
          </a:p>
        </p:txBody>
      </p:sp>
      <p:pic>
        <p:nvPicPr>
          <p:cNvPr id="3" name="Picture 2"/>
          <p:cNvPicPr>
            <a:picLocks noChangeAspect="1"/>
          </p:cNvPicPr>
          <p:nvPr/>
        </p:nvPicPr>
        <p:blipFill>
          <a:blip r:embed="rId3"/>
          <a:stretch>
            <a:fillRect/>
          </a:stretch>
        </p:blipFill>
        <p:spPr>
          <a:xfrm>
            <a:off x="1406356" y="872140"/>
            <a:ext cx="5997460" cy="3863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5"/>
          <p:cNvSpPr txBox="1">
            <a:spLocks noGrp="1"/>
          </p:cNvSpPr>
          <p:nvPr>
            <p:ph type="title"/>
          </p:nvPr>
        </p:nvSpPr>
        <p:spPr>
          <a:xfrm>
            <a:off x="611143" y="24809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Model Testing</a:t>
            </a:r>
            <a:endParaRPr dirty="0"/>
          </a:p>
        </p:txBody>
      </p:sp>
      <p:pic>
        <p:nvPicPr>
          <p:cNvPr id="5" name="Picture 4"/>
          <p:cNvPicPr>
            <a:picLocks noChangeAspect="1"/>
          </p:cNvPicPr>
          <p:nvPr/>
        </p:nvPicPr>
        <p:blipFill>
          <a:blip r:embed="rId3"/>
          <a:stretch>
            <a:fillRect/>
          </a:stretch>
        </p:blipFill>
        <p:spPr>
          <a:xfrm>
            <a:off x="1371600" y="1029368"/>
            <a:ext cx="6003648" cy="3746055"/>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156204516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5"/>
          <p:cNvSpPr txBox="1">
            <a:spLocks noGrp="1"/>
          </p:cNvSpPr>
          <p:nvPr>
            <p:ph type="title"/>
          </p:nvPr>
        </p:nvSpPr>
        <p:spPr>
          <a:xfrm>
            <a:off x="870211" y="45129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UI(User Interface)</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125" y="1152761"/>
            <a:ext cx="6969410" cy="3441010"/>
          </a:xfrm>
          <a:prstGeom prst="rect">
            <a:avLst/>
          </a:prstGeom>
        </p:spPr>
      </p:pic>
    </p:spTree>
    <p:extLst>
      <p:ext uri="{BB962C8B-B14F-4D97-AF65-F5344CB8AC3E}">
        <p14:creationId xmlns:p14="http://schemas.microsoft.com/office/powerpoint/2010/main" val="294020600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5"/>
          <p:cNvSpPr txBox="1">
            <a:spLocks noGrp="1"/>
          </p:cNvSpPr>
          <p:nvPr>
            <p:ph type="title"/>
          </p:nvPr>
        </p:nvSpPr>
        <p:spPr>
          <a:xfrm>
            <a:off x="870211" y="45129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UI(User Interface)</a:t>
            </a:r>
            <a:endParaRP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381" y="1023991"/>
            <a:ext cx="6456584" cy="3631829"/>
          </a:xfrm>
          <a:prstGeom prst="rect">
            <a:avLst/>
          </a:prstGeom>
        </p:spPr>
      </p:pic>
    </p:spTree>
    <p:extLst>
      <p:ext uri="{BB962C8B-B14F-4D97-AF65-F5344CB8AC3E}">
        <p14:creationId xmlns:p14="http://schemas.microsoft.com/office/powerpoint/2010/main" val="372394171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FABBA78-B7E4-EF08-9ECC-112B853FF893}"/>
              </a:ext>
            </a:extLst>
          </p:cNvPr>
          <p:cNvSpPr>
            <a:spLocks noGrp="1"/>
          </p:cNvSpPr>
          <p:nvPr>
            <p:ph type="title"/>
          </p:nvPr>
        </p:nvSpPr>
        <p:spPr/>
        <p:txBody>
          <a:bodyPr/>
          <a:lstStyle/>
          <a:p>
            <a:r>
              <a:rPr lang="en-US" sz="1800" dirty="0"/>
              <a:t>Performance Metrics</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lang="en-IN" sz="1800" dirty="0"/>
          </a:p>
        </p:txBody>
      </p:sp>
      <p:graphicFrame>
        <p:nvGraphicFramePr>
          <p:cNvPr id="13" name="Table 12">
            <a:extLst>
              <a:ext uri="{FF2B5EF4-FFF2-40B4-BE49-F238E27FC236}">
                <a16:creationId xmlns:a16="http://schemas.microsoft.com/office/drawing/2014/main" id="{147C225F-ADA9-8A60-7199-48FD95AA8605}"/>
              </a:ext>
            </a:extLst>
          </p:cNvPr>
          <p:cNvGraphicFramePr>
            <a:graphicFrameLocks noGrp="1"/>
          </p:cNvGraphicFramePr>
          <p:nvPr>
            <p:extLst>
              <p:ext uri="{D42A27DB-BD31-4B8C-83A1-F6EECF244321}">
                <p14:modId xmlns:p14="http://schemas.microsoft.com/office/powerpoint/2010/main" val="2112028984"/>
              </p:ext>
            </p:extLst>
          </p:nvPr>
        </p:nvGraphicFramePr>
        <p:xfrm>
          <a:off x="642938" y="1743075"/>
          <a:ext cx="7788274" cy="1879600"/>
        </p:xfrm>
        <a:graphic>
          <a:graphicData uri="http://schemas.openxmlformats.org/drawingml/2006/table">
            <a:tbl>
              <a:tblPr/>
              <a:tblGrid>
                <a:gridCol w="3894137">
                  <a:extLst>
                    <a:ext uri="{9D8B030D-6E8A-4147-A177-3AD203B41FA5}">
                      <a16:colId xmlns:a16="http://schemas.microsoft.com/office/drawing/2014/main" val="2468888905"/>
                    </a:ext>
                  </a:extLst>
                </a:gridCol>
                <a:gridCol w="3894137">
                  <a:extLst>
                    <a:ext uri="{9D8B030D-6E8A-4147-A177-3AD203B41FA5}">
                      <a16:colId xmlns:a16="http://schemas.microsoft.com/office/drawing/2014/main" val="1912577087"/>
                    </a:ext>
                  </a:extLst>
                </a:gridCol>
              </a:tblGrid>
              <a:tr h="375920">
                <a:tc>
                  <a:txBody>
                    <a:bodyPr/>
                    <a:lstStyle/>
                    <a:p>
                      <a:pPr>
                        <a:buNone/>
                      </a:pPr>
                      <a:r>
                        <a:rPr lang="en-IN" sz="1400"/>
                        <a:t>Metric</a:t>
                      </a:r>
                    </a:p>
                  </a:txBody>
                  <a:tcPr anchor="ctr">
                    <a:lnL>
                      <a:noFill/>
                    </a:lnL>
                    <a:lnR>
                      <a:noFill/>
                    </a:lnR>
                    <a:lnT>
                      <a:noFill/>
                    </a:lnT>
                    <a:lnB>
                      <a:noFill/>
                    </a:lnB>
                    <a:noFill/>
                  </a:tcPr>
                </a:tc>
                <a:tc>
                  <a:txBody>
                    <a:bodyPr/>
                    <a:lstStyle/>
                    <a:p>
                      <a:pPr>
                        <a:buNone/>
                      </a:pPr>
                      <a:r>
                        <a:rPr lang="en-IN" sz="1400"/>
                        <a:t>Value</a:t>
                      </a:r>
                    </a:p>
                  </a:txBody>
                  <a:tcPr anchor="ctr">
                    <a:lnL>
                      <a:noFill/>
                    </a:lnL>
                    <a:lnR>
                      <a:noFill/>
                    </a:lnR>
                    <a:lnT>
                      <a:noFill/>
                    </a:lnT>
                    <a:lnB>
                      <a:noFill/>
                    </a:lnB>
                    <a:noFill/>
                  </a:tcPr>
                </a:tc>
                <a:extLst>
                  <a:ext uri="{0D108BD9-81ED-4DB2-BD59-A6C34878D82A}">
                    <a16:rowId xmlns:a16="http://schemas.microsoft.com/office/drawing/2014/main" val="1757733201"/>
                  </a:ext>
                </a:extLst>
              </a:tr>
              <a:tr h="375920">
                <a:tc>
                  <a:txBody>
                    <a:bodyPr/>
                    <a:lstStyle/>
                    <a:p>
                      <a:pPr>
                        <a:buNone/>
                      </a:pPr>
                      <a:r>
                        <a:rPr lang="en-IN" sz="1400"/>
                        <a:t>Accuracy</a:t>
                      </a:r>
                    </a:p>
                  </a:txBody>
                  <a:tcPr anchor="ctr">
                    <a:lnL>
                      <a:noFill/>
                    </a:lnL>
                    <a:lnR>
                      <a:noFill/>
                    </a:lnR>
                    <a:lnT>
                      <a:noFill/>
                    </a:lnT>
                    <a:lnB>
                      <a:noFill/>
                    </a:lnB>
                    <a:noFill/>
                  </a:tcPr>
                </a:tc>
                <a:tc>
                  <a:txBody>
                    <a:bodyPr/>
                    <a:lstStyle/>
                    <a:p>
                      <a:pPr>
                        <a:buNone/>
                      </a:pPr>
                      <a:r>
                        <a:rPr lang="en-IN" sz="1400"/>
                        <a:t>97%</a:t>
                      </a:r>
                    </a:p>
                  </a:txBody>
                  <a:tcPr anchor="ctr">
                    <a:lnL>
                      <a:noFill/>
                    </a:lnL>
                    <a:lnR>
                      <a:noFill/>
                    </a:lnR>
                    <a:lnT>
                      <a:noFill/>
                    </a:lnT>
                    <a:lnB>
                      <a:noFill/>
                    </a:lnB>
                    <a:noFill/>
                  </a:tcPr>
                </a:tc>
                <a:extLst>
                  <a:ext uri="{0D108BD9-81ED-4DB2-BD59-A6C34878D82A}">
                    <a16:rowId xmlns:a16="http://schemas.microsoft.com/office/drawing/2014/main" val="982760651"/>
                  </a:ext>
                </a:extLst>
              </a:tr>
              <a:tr h="375920">
                <a:tc>
                  <a:txBody>
                    <a:bodyPr/>
                    <a:lstStyle/>
                    <a:p>
                      <a:pPr>
                        <a:buNone/>
                      </a:pPr>
                      <a:r>
                        <a:rPr lang="en-IN" sz="1400" dirty="0"/>
                        <a:t>Precision</a:t>
                      </a:r>
                    </a:p>
                  </a:txBody>
                  <a:tcPr anchor="ctr">
                    <a:lnL>
                      <a:noFill/>
                    </a:lnL>
                    <a:lnR>
                      <a:noFill/>
                    </a:lnR>
                    <a:lnT>
                      <a:noFill/>
                    </a:lnT>
                    <a:lnB>
                      <a:noFill/>
                    </a:lnB>
                    <a:noFill/>
                  </a:tcPr>
                </a:tc>
                <a:tc>
                  <a:txBody>
                    <a:bodyPr/>
                    <a:lstStyle/>
                    <a:p>
                      <a:pPr>
                        <a:buNone/>
                      </a:pPr>
                      <a:r>
                        <a:rPr lang="en-IN" sz="1400"/>
                        <a:t>96%</a:t>
                      </a:r>
                    </a:p>
                  </a:txBody>
                  <a:tcPr anchor="ctr">
                    <a:lnL>
                      <a:noFill/>
                    </a:lnL>
                    <a:lnR>
                      <a:noFill/>
                    </a:lnR>
                    <a:lnT>
                      <a:noFill/>
                    </a:lnT>
                    <a:lnB>
                      <a:noFill/>
                    </a:lnB>
                    <a:noFill/>
                  </a:tcPr>
                </a:tc>
                <a:extLst>
                  <a:ext uri="{0D108BD9-81ED-4DB2-BD59-A6C34878D82A}">
                    <a16:rowId xmlns:a16="http://schemas.microsoft.com/office/drawing/2014/main" val="2955390347"/>
                  </a:ext>
                </a:extLst>
              </a:tr>
              <a:tr h="375920">
                <a:tc>
                  <a:txBody>
                    <a:bodyPr/>
                    <a:lstStyle/>
                    <a:p>
                      <a:pPr>
                        <a:buNone/>
                      </a:pPr>
                      <a:r>
                        <a:rPr lang="en-IN" sz="1400"/>
                        <a:t>Recall</a:t>
                      </a:r>
                    </a:p>
                  </a:txBody>
                  <a:tcPr anchor="ctr">
                    <a:lnL>
                      <a:noFill/>
                    </a:lnL>
                    <a:lnR>
                      <a:noFill/>
                    </a:lnR>
                    <a:lnT>
                      <a:noFill/>
                    </a:lnT>
                    <a:lnB>
                      <a:noFill/>
                    </a:lnB>
                    <a:noFill/>
                  </a:tcPr>
                </a:tc>
                <a:tc>
                  <a:txBody>
                    <a:bodyPr/>
                    <a:lstStyle/>
                    <a:p>
                      <a:pPr>
                        <a:buNone/>
                      </a:pPr>
                      <a:r>
                        <a:rPr lang="en-IN" sz="1400" dirty="0"/>
                        <a:t>97%</a:t>
                      </a:r>
                    </a:p>
                  </a:txBody>
                  <a:tcPr anchor="ctr">
                    <a:lnL>
                      <a:noFill/>
                    </a:lnL>
                    <a:lnR>
                      <a:noFill/>
                    </a:lnR>
                    <a:lnT>
                      <a:noFill/>
                    </a:lnT>
                    <a:lnB>
                      <a:noFill/>
                    </a:lnB>
                    <a:noFill/>
                  </a:tcPr>
                </a:tc>
                <a:extLst>
                  <a:ext uri="{0D108BD9-81ED-4DB2-BD59-A6C34878D82A}">
                    <a16:rowId xmlns:a16="http://schemas.microsoft.com/office/drawing/2014/main" val="1374885197"/>
                  </a:ext>
                </a:extLst>
              </a:tr>
              <a:tr h="375920">
                <a:tc>
                  <a:txBody>
                    <a:bodyPr/>
                    <a:lstStyle/>
                    <a:p>
                      <a:pPr>
                        <a:buNone/>
                      </a:pPr>
                      <a:r>
                        <a:rPr lang="en-IN" sz="1400"/>
                        <a:t>F1-Score</a:t>
                      </a:r>
                    </a:p>
                  </a:txBody>
                  <a:tcPr anchor="ctr">
                    <a:lnL>
                      <a:noFill/>
                    </a:lnL>
                    <a:lnR>
                      <a:noFill/>
                    </a:lnR>
                    <a:lnT>
                      <a:noFill/>
                    </a:lnT>
                    <a:lnB>
                      <a:noFill/>
                    </a:lnB>
                    <a:noFill/>
                  </a:tcPr>
                </a:tc>
                <a:tc>
                  <a:txBody>
                    <a:bodyPr/>
                    <a:lstStyle/>
                    <a:p>
                      <a:pPr>
                        <a:buNone/>
                      </a:pPr>
                      <a:r>
                        <a:rPr lang="en-IN" sz="1400" dirty="0"/>
                        <a:t>96.5%</a:t>
                      </a:r>
                    </a:p>
                  </a:txBody>
                  <a:tcPr anchor="ctr">
                    <a:lnL>
                      <a:noFill/>
                    </a:lnL>
                    <a:lnR>
                      <a:noFill/>
                    </a:lnR>
                    <a:lnT>
                      <a:noFill/>
                    </a:lnT>
                    <a:lnB>
                      <a:noFill/>
                    </a:lnB>
                    <a:noFill/>
                  </a:tcPr>
                </a:tc>
                <a:extLst>
                  <a:ext uri="{0D108BD9-81ED-4DB2-BD59-A6C34878D82A}">
                    <a16:rowId xmlns:a16="http://schemas.microsoft.com/office/drawing/2014/main" val="669897026"/>
                  </a:ext>
                </a:extLst>
              </a:tr>
            </a:tbl>
          </a:graphicData>
        </a:graphic>
      </p:graphicFrame>
    </p:spTree>
    <p:extLst>
      <p:ext uri="{BB962C8B-B14F-4D97-AF65-F5344CB8AC3E}">
        <p14:creationId xmlns:p14="http://schemas.microsoft.com/office/powerpoint/2010/main" val="3086544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E7953-9AF7-8CD0-65D0-5E8D6EF7A120}"/>
              </a:ext>
            </a:extLst>
          </p:cNvPr>
          <p:cNvSpPr>
            <a:spLocks noGrp="1"/>
          </p:cNvSpPr>
          <p:nvPr>
            <p:ph type="title"/>
          </p:nvPr>
        </p:nvSpPr>
        <p:spPr/>
        <p:txBody>
          <a:bodyPr/>
          <a:lstStyle/>
          <a:p>
            <a:r>
              <a:rPr lang="en-US" sz="1600" dirty="0">
                <a:solidFill>
                  <a:schemeClr val="tx2"/>
                </a:solidFill>
              </a:rPr>
              <a:t>Model Comparison</a:t>
            </a: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br>
              <a:rPr lang="en-US" sz="1600" dirty="0">
                <a:solidFill>
                  <a:schemeClr val="tx2"/>
                </a:solidFill>
              </a:rPr>
            </a:br>
            <a:endParaRPr lang="en-IN" sz="1600" dirty="0">
              <a:solidFill>
                <a:schemeClr val="tx2"/>
              </a:solidFill>
            </a:endParaRPr>
          </a:p>
        </p:txBody>
      </p:sp>
      <p:graphicFrame>
        <p:nvGraphicFramePr>
          <p:cNvPr id="3" name="Table 2">
            <a:extLst>
              <a:ext uri="{FF2B5EF4-FFF2-40B4-BE49-F238E27FC236}">
                <a16:creationId xmlns:a16="http://schemas.microsoft.com/office/drawing/2014/main" id="{F88A4277-4B63-F847-D37D-8E64A8E92478}"/>
              </a:ext>
            </a:extLst>
          </p:cNvPr>
          <p:cNvGraphicFramePr>
            <a:graphicFrameLocks noGrp="1"/>
          </p:cNvGraphicFramePr>
          <p:nvPr>
            <p:extLst>
              <p:ext uri="{D42A27DB-BD31-4B8C-83A1-F6EECF244321}">
                <p14:modId xmlns:p14="http://schemas.microsoft.com/office/powerpoint/2010/main" val="3089139213"/>
              </p:ext>
            </p:extLst>
          </p:nvPr>
        </p:nvGraphicFramePr>
        <p:xfrm>
          <a:off x="0" y="624468"/>
          <a:ext cx="2811782" cy="3052450"/>
        </p:xfrm>
        <a:graphic>
          <a:graphicData uri="http://schemas.openxmlformats.org/drawingml/2006/table">
            <a:tbl>
              <a:tblPr/>
              <a:tblGrid>
                <a:gridCol w="1405891">
                  <a:extLst>
                    <a:ext uri="{9D8B030D-6E8A-4147-A177-3AD203B41FA5}">
                      <a16:colId xmlns:a16="http://schemas.microsoft.com/office/drawing/2014/main" val="24172620"/>
                    </a:ext>
                  </a:extLst>
                </a:gridCol>
                <a:gridCol w="1405891">
                  <a:extLst>
                    <a:ext uri="{9D8B030D-6E8A-4147-A177-3AD203B41FA5}">
                      <a16:colId xmlns:a16="http://schemas.microsoft.com/office/drawing/2014/main" val="1990425988"/>
                    </a:ext>
                  </a:extLst>
                </a:gridCol>
              </a:tblGrid>
              <a:tr h="610490">
                <a:tc>
                  <a:txBody>
                    <a:bodyPr/>
                    <a:lstStyle/>
                    <a:p>
                      <a:pPr>
                        <a:buNone/>
                      </a:pPr>
                      <a:r>
                        <a:rPr lang="en-IN" sz="1400"/>
                        <a:t>Model</a:t>
                      </a:r>
                    </a:p>
                  </a:txBody>
                  <a:tcPr anchor="ctr">
                    <a:lnL>
                      <a:noFill/>
                    </a:lnL>
                    <a:lnR>
                      <a:noFill/>
                    </a:lnR>
                    <a:lnT>
                      <a:noFill/>
                    </a:lnT>
                    <a:lnB>
                      <a:noFill/>
                    </a:lnB>
                    <a:noFill/>
                  </a:tcPr>
                </a:tc>
                <a:tc>
                  <a:txBody>
                    <a:bodyPr/>
                    <a:lstStyle/>
                    <a:p>
                      <a:pPr>
                        <a:buNone/>
                      </a:pPr>
                      <a:r>
                        <a:rPr lang="en-IN" sz="1400" dirty="0"/>
                        <a:t>Accuracy</a:t>
                      </a:r>
                    </a:p>
                  </a:txBody>
                  <a:tcPr anchor="ctr">
                    <a:lnL>
                      <a:noFill/>
                    </a:lnL>
                    <a:lnR>
                      <a:noFill/>
                    </a:lnR>
                    <a:lnT>
                      <a:noFill/>
                    </a:lnT>
                    <a:lnB>
                      <a:noFill/>
                    </a:lnB>
                    <a:noFill/>
                  </a:tcPr>
                </a:tc>
                <a:extLst>
                  <a:ext uri="{0D108BD9-81ED-4DB2-BD59-A6C34878D82A}">
                    <a16:rowId xmlns:a16="http://schemas.microsoft.com/office/drawing/2014/main" val="3914352632"/>
                  </a:ext>
                </a:extLst>
              </a:tr>
              <a:tr h="610490">
                <a:tc>
                  <a:txBody>
                    <a:bodyPr/>
                    <a:lstStyle/>
                    <a:p>
                      <a:pPr>
                        <a:buNone/>
                      </a:pPr>
                      <a:r>
                        <a:rPr lang="en-IN" sz="1400" dirty="0"/>
                        <a:t>CNN</a:t>
                      </a:r>
                    </a:p>
                  </a:txBody>
                  <a:tcPr anchor="ctr">
                    <a:lnL>
                      <a:noFill/>
                    </a:lnL>
                    <a:lnR>
                      <a:noFill/>
                    </a:lnR>
                    <a:lnT>
                      <a:noFill/>
                    </a:lnT>
                    <a:lnB>
                      <a:noFill/>
                    </a:lnB>
                    <a:noFill/>
                  </a:tcPr>
                </a:tc>
                <a:tc>
                  <a:txBody>
                    <a:bodyPr/>
                    <a:lstStyle/>
                    <a:p>
                      <a:pPr>
                        <a:buNone/>
                      </a:pPr>
                      <a:r>
                        <a:rPr lang="en-IN" sz="1400"/>
                        <a:t>91%</a:t>
                      </a:r>
                    </a:p>
                  </a:txBody>
                  <a:tcPr anchor="ctr">
                    <a:lnL>
                      <a:noFill/>
                    </a:lnL>
                    <a:lnR>
                      <a:noFill/>
                    </a:lnR>
                    <a:lnT>
                      <a:noFill/>
                    </a:lnT>
                    <a:lnB>
                      <a:noFill/>
                    </a:lnB>
                    <a:noFill/>
                  </a:tcPr>
                </a:tc>
                <a:extLst>
                  <a:ext uri="{0D108BD9-81ED-4DB2-BD59-A6C34878D82A}">
                    <a16:rowId xmlns:a16="http://schemas.microsoft.com/office/drawing/2014/main" val="3613862980"/>
                  </a:ext>
                </a:extLst>
              </a:tr>
              <a:tr h="610490">
                <a:tc>
                  <a:txBody>
                    <a:bodyPr/>
                    <a:lstStyle/>
                    <a:p>
                      <a:pPr>
                        <a:buNone/>
                      </a:pPr>
                      <a:r>
                        <a:rPr lang="en-IN" sz="1400" dirty="0" err="1"/>
                        <a:t>ResNet</a:t>
                      </a:r>
                      <a:endParaRPr lang="en-IN" sz="1400" dirty="0"/>
                    </a:p>
                  </a:txBody>
                  <a:tcPr anchor="ctr">
                    <a:lnL>
                      <a:noFill/>
                    </a:lnL>
                    <a:lnR>
                      <a:noFill/>
                    </a:lnR>
                    <a:lnT>
                      <a:noFill/>
                    </a:lnT>
                    <a:lnB>
                      <a:noFill/>
                    </a:lnB>
                    <a:noFill/>
                  </a:tcPr>
                </a:tc>
                <a:tc>
                  <a:txBody>
                    <a:bodyPr/>
                    <a:lstStyle/>
                    <a:p>
                      <a:pPr>
                        <a:buNone/>
                      </a:pPr>
                      <a:r>
                        <a:rPr lang="en-IN" sz="1400"/>
                        <a:t>93%</a:t>
                      </a:r>
                    </a:p>
                  </a:txBody>
                  <a:tcPr anchor="ctr">
                    <a:lnL>
                      <a:noFill/>
                    </a:lnL>
                    <a:lnR>
                      <a:noFill/>
                    </a:lnR>
                    <a:lnT>
                      <a:noFill/>
                    </a:lnT>
                    <a:lnB>
                      <a:noFill/>
                    </a:lnB>
                    <a:noFill/>
                  </a:tcPr>
                </a:tc>
                <a:extLst>
                  <a:ext uri="{0D108BD9-81ED-4DB2-BD59-A6C34878D82A}">
                    <a16:rowId xmlns:a16="http://schemas.microsoft.com/office/drawing/2014/main" val="1414570390"/>
                  </a:ext>
                </a:extLst>
              </a:tr>
              <a:tr h="610490">
                <a:tc>
                  <a:txBody>
                    <a:bodyPr/>
                    <a:lstStyle/>
                    <a:p>
                      <a:pPr>
                        <a:buNone/>
                      </a:pPr>
                      <a:r>
                        <a:rPr lang="en-IN" sz="1400" dirty="0" err="1"/>
                        <a:t>EfficientNet</a:t>
                      </a:r>
                      <a:endParaRPr lang="en-IN" sz="1400" dirty="0"/>
                    </a:p>
                  </a:txBody>
                  <a:tcPr anchor="ctr">
                    <a:lnL>
                      <a:noFill/>
                    </a:lnL>
                    <a:lnR>
                      <a:noFill/>
                    </a:lnR>
                    <a:lnT>
                      <a:noFill/>
                    </a:lnT>
                    <a:lnB>
                      <a:noFill/>
                    </a:lnB>
                    <a:noFill/>
                  </a:tcPr>
                </a:tc>
                <a:tc>
                  <a:txBody>
                    <a:bodyPr/>
                    <a:lstStyle/>
                    <a:p>
                      <a:pPr>
                        <a:buNone/>
                      </a:pPr>
                      <a:r>
                        <a:rPr lang="en-IN" sz="1400"/>
                        <a:t>95%</a:t>
                      </a:r>
                    </a:p>
                  </a:txBody>
                  <a:tcPr anchor="ctr">
                    <a:lnL>
                      <a:noFill/>
                    </a:lnL>
                    <a:lnR>
                      <a:noFill/>
                    </a:lnR>
                    <a:lnT>
                      <a:noFill/>
                    </a:lnT>
                    <a:lnB>
                      <a:noFill/>
                    </a:lnB>
                    <a:noFill/>
                  </a:tcPr>
                </a:tc>
                <a:extLst>
                  <a:ext uri="{0D108BD9-81ED-4DB2-BD59-A6C34878D82A}">
                    <a16:rowId xmlns:a16="http://schemas.microsoft.com/office/drawing/2014/main" val="1652282874"/>
                  </a:ext>
                </a:extLst>
              </a:tr>
              <a:tr h="610490">
                <a:tc>
                  <a:txBody>
                    <a:bodyPr/>
                    <a:lstStyle/>
                    <a:p>
                      <a:pPr>
                        <a:buNone/>
                      </a:pPr>
                      <a:r>
                        <a:rPr lang="en-IN" sz="1400"/>
                        <a:t>Proposed CNN + EfficientNet</a:t>
                      </a:r>
                    </a:p>
                  </a:txBody>
                  <a:tcPr anchor="ctr">
                    <a:lnL>
                      <a:noFill/>
                    </a:lnL>
                    <a:lnR>
                      <a:noFill/>
                    </a:lnR>
                    <a:lnT>
                      <a:noFill/>
                    </a:lnT>
                    <a:lnB>
                      <a:noFill/>
                    </a:lnB>
                    <a:noFill/>
                  </a:tcPr>
                </a:tc>
                <a:tc>
                  <a:txBody>
                    <a:bodyPr/>
                    <a:lstStyle/>
                    <a:p>
                      <a:pPr>
                        <a:buNone/>
                      </a:pPr>
                      <a:r>
                        <a:rPr lang="en-IN" sz="1400" dirty="0"/>
                        <a:t>97%</a:t>
                      </a:r>
                    </a:p>
                  </a:txBody>
                  <a:tcPr anchor="ctr">
                    <a:lnL>
                      <a:noFill/>
                    </a:lnL>
                    <a:lnR>
                      <a:noFill/>
                    </a:lnR>
                    <a:lnT>
                      <a:noFill/>
                    </a:lnT>
                    <a:lnB>
                      <a:noFill/>
                    </a:lnB>
                    <a:noFill/>
                  </a:tcPr>
                </a:tc>
                <a:extLst>
                  <a:ext uri="{0D108BD9-81ED-4DB2-BD59-A6C34878D82A}">
                    <a16:rowId xmlns:a16="http://schemas.microsoft.com/office/drawing/2014/main" val="933389421"/>
                  </a:ext>
                </a:extLst>
              </a:tr>
            </a:tbl>
          </a:graphicData>
        </a:graphic>
      </p:graphicFrame>
      <p:pic>
        <p:nvPicPr>
          <p:cNvPr id="4" name="Image 12">
            <a:extLst>
              <a:ext uri="{FF2B5EF4-FFF2-40B4-BE49-F238E27FC236}">
                <a16:creationId xmlns:a16="http://schemas.microsoft.com/office/drawing/2014/main" id="{735EBB42-0DBD-AFEF-42FC-EF6DF29226A1}"/>
              </a:ext>
            </a:extLst>
          </p:cNvPr>
          <p:cNvPicPr>
            <a:picLocks/>
          </p:cNvPicPr>
          <p:nvPr/>
        </p:nvPicPr>
        <p:blipFill>
          <a:blip r:embed="rId2" cstate="print"/>
          <a:stretch>
            <a:fillRect/>
          </a:stretch>
        </p:blipFill>
        <p:spPr>
          <a:xfrm>
            <a:off x="2811781" y="373380"/>
            <a:ext cx="6080760" cy="3383280"/>
          </a:xfrm>
          <a:prstGeom prst="rect">
            <a:avLst/>
          </a:prstGeom>
        </p:spPr>
      </p:pic>
    </p:spTree>
    <p:extLst>
      <p:ext uri="{BB962C8B-B14F-4D97-AF65-F5344CB8AC3E}">
        <p14:creationId xmlns:p14="http://schemas.microsoft.com/office/powerpoint/2010/main" val="1808545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6DDF0-C137-FEB5-C13B-9C248C45AA05}"/>
              </a:ext>
            </a:extLst>
          </p:cNvPr>
          <p:cNvSpPr>
            <a:spLocks noGrp="1"/>
          </p:cNvSpPr>
          <p:nvPr>
            <p:ph type="title"/>
          </p:nvPr>
        </p:nvSpPr>
        <p:spPr>
          <a:xfrm>
            <a:off x="889200" y="1192799"/>
            <a:ext cx="6197400" cy="3122025"/>
          </a:xfrm>
        </p:spPr>
        <p:txBody>
          <a:bodyPr/>
          <a:lstStyle/>
          <a:p>
            <a:pPr algn="l"/>
            <a:r>
              <a:rPr lang="en-IN" sz="1800" b="1" dirty="0">
                <a:solidFill>
                  <a:schemeClr val="tx2"/>
                </a:solidFill>
              </a:rPr>
              <a:t>Challenges Faced</a:t>
            </a:r>
            <a:br>
              <a:rPr lang="en-IN" sz="1800" b="1" dirty="0">
                <a:solidFill>
                  <a:schemeClr val="tx2"/>
                </a:solidFill>
              </a:rPr>
            </a:br>
            <a:br>
              <a:rPr lang="en-IN" sz="1800" b="1" dirty="0"/>
            </a:br>
            <a:r>
              <a:rPr lang="en-IN" sz="1800" dirty="0"/>
              <a:t>MRI image preprocessing complexity </a:t>
            </a:r>
            <a:br>
              <a:rPr lang="en-IN" sz="1800" dirty="0"/>
            </a:br>
            <a:br>
              <a:rPr lang="en-IN" sz="1800" dirty="0"/>
            </a:br>
            <a:r>
              <a:rPr lang="en-IN" sz="1800" dirty="0"/>
              <a:t>Handling large datasets </a:t>
            </a:r>
            <a:br>
              <a:rPr lang="en-IN" sz="1800" dirty="0"/>
            </a:br>
            <a:br>
              <a:rPr lang="en-IN" sz="1800" dirty="0"/>
            </a:br>
            <a:r>
              <a:rPr lang="en-IN" sz="1800" dirty="0"/>
              <a:t>Model overfitting </a:t>
            </a:r>
            <a:br>
              <a:rPr lang="en-IN" sz="1800" dirty="0"/>
            </a:br>
            <a:br>
              <a:rPr lang="en-IN" sz="1800" dirty="0"/>
            </a:br>
            <a:r>
              <a:rPr lang="en-IN" sz="1800" dirty="0"/>
              <a:t>GPU and memory limitations </a:t>
            </a:r>
            <a:br>
              <a:rPr lang="en-IN" sz="1800" dirty="0"/>
            </a:br>
            <a:br>
              <a:rPr lang="en-IN" sz="1800" dirty="0"/>
            </a:br>
            <a:r>
              <a:rPr lang="en-IN" sz="1800" dirty="0"/>
              <a:t>Hyperparameter tuning </a:t>
            </a:r>
            <a:br>
              <a:rPr lang="en-IN" sz="1800" dirty="0"/>
            </a:br>
            <a:br>
              <a:rPr lang="en-IN" sz="1800" dirty="0"/>
            </a:br>
            <a:r>
              <a:rPr lang="en-IN" sz="1800" dirty="0"/>
              <a:t>Long training time</a:t>
            </a:r>
            <a:br>
              <a:rPr lang="en-IN" sz="1800" dirty="0"/>
            </a:br>
            <a:br>
              <a:rPr lang="en-IN" sz="1800" dirty="0"/>
            </a:br>
            <a:endParaRPr lang="en-IN" sz="1800" dirty="0"/>
          </a:p>
        </p:txBody>
      </p:sp>
    </p:spTree>
    <p:extLst>
      <p:ext uri="{BB962C8B-B14F-4D97-AF65-F5344CB8AC3E}">
        <p14:creationId xmlns:p14="http://schemas.microsoft.com/office/powerpoint/2010/main" val="2949451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5EA5-0C49-2730-96A4-2CC54B963813}"/>
              </a:ext>
            </a:extLst>
          </p:cNvPr>
          <p:cNvSpPr>
            <a:spLocks noGrp="1"/>
          </p:cNvSpPr>
          <p:nvPr>
            <p:ph type="title"/>
          </p:nvPr>
        </p:nvSpPr>
        <p:spPr>
          <a:xfrm>
            <a:off x="171450" y="328613"/>
            <a:ext cx="8343900" cy="4471987"/>
          </a:xfrm>
        </p:spPr>
        <p:txBody>
          <a:bodyPr/>
          <a:lstStyle/>
          <a:p>
            <a:pPr algn="l"/>
            <a:r>
              <a:rPr lang="en-US" sz="2400" b="1" dirty="0">
                <a:solidFill>
                  <a:schemeClr val="tx2"/>
                </a:solidFill>
              </a:rPr>
              <a:t>Conclusion</a:t>
            </a:r>
            <a:br>
              <a:rPr lang="en-US" sz="2400" b="1" dirty="0">
                <a:solidFill>
                  <a:schemeClr val="tx2"/>
                </a:solidFill>
              </a:rPr>
            </a:br>
            <a:br>
              <a:rPr lang="en-US" sz="1800" b="1" dirty="0"/>
            </a:br>
            <a:r>
              <a:rPr lang="en-US" sz="1800" dirty="0"/>
              <a:t>The proposed hybrid CNN + </a:t>
            </a:r>
            <a:r>
              <a:rPr lang="en-US" sz="1800" dirty="0" err="1"/>
              <a:t>EfficientNet</a:t>
            </a:r>
            <a:r>
              <a:rPr lang="en-US" sz="1800" dirty="0"/>
              <a:t> model successfully detects brain tumors from MRI images. </a:t>
            </a:r>
            <a:br>
              <a:rPr lang="en-US" sz="1800" dirty="0"/>
            </a:br>
            <a:br>
              <a:rPr lang="en-US" sz="1800" dirty="0"/>
            </a:br>
            <a:r>
              <a:rPr lang="en-US" sz="1800" dirty="0"/>
              <a:t>The system improves prediction accuracy and reduces diagnosis time. </a:t>
            </a:r>
            <a:br>
              <a:rPr lang="en-US" sz="1800" dirty="0"/>
            </a:br>
            <a:br>
              <a:rPr lang="en-US" sz="1800" dirty="0"/>
            </a:br>
            <a:r>
              <a:rPr lang="en-US" sz="1800" dirty="0"/>
              <a:t>Automated detection helps radiologists in medical analysis. </a:t>
            </a:r>
            <a:br>
              <a:rPr lang="en-US" sz="1800" dirty="0"/>
            </a:br>
            <a:br>
              <a:rPr lang="en-US" sz="1800" dirty="0"/>
            </a:br>
            <a:r>
              <a:rPr lang="en-US" sz="1800" dirty="0"/>
              <a:t>Achieved better performance compared to existing models.</a:t>
            </a:r>
          </a:p>
        </p:txBody>
      </p:sp>
    </p:spTree>
    <p:extLst>
      <p:ext uri="{BB962C8B-B14F-4D97-AF65-F5344CB8AC3E}">
        <p14:creationId xmlns:p14="http://schemas.microsoft.com/office/powerpoint/2010/main" val="1742074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7932-F14F-A3CC-7593-0B83042EE6C9}"/>
              </a:ext>
            </a:extLst>
          </p:cNvPr>
          <p:cNvSpPr>
            <a:spLocks noGrp="1"/>
          </p:cNvSpPr>
          <p:nvPr>
            <p:ph type="title"/>
          </p:nvPr>
        </p:nvSpPr>
        <p:spPr>
          <a:xfrm>
            <a:off x="-1" y="157163"/>
            <a:ext cx="9572625" cy="4986337"/>
          </a:xfrm>
        </p:spPr>
        <p:txBody>
          <a:bodyPr/>
          <a:lstStyle/>
          <a:p>
            <a:pPr algn="l"/>
            <a:r>
              <a:rPr lang="en-US" sz="2400" b="1" dirty="0">
                <a:solidFill>
                  <a:schemeClr val="tx2"/>
                </a:solidFill>
              </a:rPr>
              <a:t>Future Scope</a:t>
            </a:r>
            <a:br>
              <a:rPr lang="en-US" sz="2400" b="1" dirty="0">
                <a:solidFill>
                  <a:schemeClr val="tx2"/>
                </a:solidFill>
              </a:rPr>
            </a:br>
            <a:br>
              <a:rPr lang="en-US" sz="1800" b="1" dirty="0"/>
            </a:br>
            <a:r>
              <a:rPr lang="en-US" sz="1800" dirty="0"/>
              <a:t>Real-time hospital implementation </a:t>
            </a:r>
            <a:br>
              <a:rPr lang="en-US" sz="1800" dirty="0"/>
            </a:br>
            <a:br>
              <a:rPr lang="en-US" sz="1800" dirty="0"/>
            </a:br>
            <a:r>
              <a:rPr lang="en-US" sz="1800" dirty="0"/>
              <a:t>Cloud-based deployment </a:t>
            </a:r>
            <a:br>
              <a:rPr lang="en-US" sz="1800" dirty="0"/>
            </a:br>
            <a:br>
              <a:rPr lang="en-US" sz="1800" dirty="0"/>
            </a:br>
            <a:r>
              <a:rPr lang="en-US" sz="1800" dirty="0"/>
              <a:t>Mobile/web application development </a:t>
            </a:r>
            <a:br>
              <a:rPr lang="en-US" sz="1800" dirty="0"/>
            </a:br>
            <a:br>
              <a:rPr lang="en-US" sz="1800" dirty="0"/>
            </a:br>
            <a:r>
              <a:rPr lang="en-US" sz="1800" dirty="0"/>
              <a:t>Multi-class tumor classification </a:t>
            </a:r>
            <a:br>
              <a:rPr lang="en-US" sz="1800" dirty="0"/>
            </a:br>
            <a:br>
              <a:rPr lang="en-US" sz="1800" dirty="0"/>
            </a:br>
            <a:r>
              <a:rPr lang="en-US" sz="1800" dirty="0"/>
              <a:t>Integration with IoT healthcare systems </a:t>
            </a:r>
            <a:br>
              <a:rPr lang="en-US" sz="1800" dirty="0"/>
            </a:br>
            <a:br>
              <a:rPr lang="en-US" sz="1800" dirty="0"/>
            </a:br>
            <a:r>
              <a:rPr lang="en-US" sz="1800" dirty="0"/>
              <a:t>Use of larger medical datasets</a:t>
            </a:r>
            <a:br>
              <a:rPr lang="en-US" sz="1800" dirty="0"/>
            </a:br>
            <a:endParaRPr lang="en-IN" sz="1800" dirty="0"/>
          </a:p>
        </p:txBody>
      </p:sp>
    </p:spTree>
    <p:extLst>
      <p:ext uri="{BB962C8B-B14F-4D97-AF65-F5344CB8AC3E}">
        <p14:creationId xmlns:p14="http://schemas.microsoft.com/office/powerpoint/2010/main" val="2810851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01942-E28D-9D68-619F-4BCDE45BEE77}"/>
              </a:ext>
            </a:extLst>
          </p:cNvPr>
          <p:cNvSpPr>
            <a:spLocks noGrp="1"/>
          </p:cNvSpPr>
          <p:nvPr>
            <p:ph type="title"/>
          </p:nvPr>
        </p:nvSpPr>
        <p:spPr>
          <a:xfrm>
            <a:off x="571500" y="442913"/>
            <a:ext cx="9029700" cy="4700587"/>
          </a:xfrm>
        </p:spPr>
        <p:txBody>
          <a:bodyPr/>
          <a:lstStyle/>
          <a:p>
            <a:pPr algn="l"/>
            <a:r>
              <a:rPr lang="en-IN" sz="2400" b="1" dirty="0">
                <a:solidFill>
                  <a:schemeClr val="tx2"/>
                </a:solidFill>
              </a:rPr>
              <a:t>References</a:t>
            </a:r>
            <a:br>
              <a:rPr lang="en-IN" sz="2400" b="1" dirty="0">
                <a:solidFill>
                  <a:schemeClr val="tx2"/>
                </a:solidFill>
              </a:rPr>
            </a:br>
            <a:br>
              <a:rPr lang="en-IN" sz="1800" b="1" dirty="0"/>
            </a:br>
            <a:r>
              <a:rPr lang="en-IN" sz="1800" dirty="0"/>
              <a:t>Brain MRI Dataset – Kaggle </a:t>
            </a:r>
            <a:br>
              <a:rPr lang="en-IN" sz="1800" dirty="0"/>
            </a:br>
            <a:br>
              <a:rPr lang="en-IN" sz="1800" dirty="0"/>
            </a:br>
            <a:r>
              <a:rPr lang="en-IN" sz="1800" dirty="0"/>
              <a:t>TensorFlow Documentation </a:t>
            </a:r>
            <a:br>
              <a:rPr lang="en-IN" sz="1800" dirty="0"/>
            </a:br>
            <a:br>
              <a:rPr lang="en-IN" sz="1800" dirty="0"/>
            </a:br>
            <a:r>
              <a:rPr lang="en-IN" sz="1800" dirty="0" err="1"/>
              <a:t>EfficientNet</a:t>
            </a:r>
            <a:r>
              <a:rPr lang="en-IN" sz="1800" dirty="0"/>
              <a:t> Research Paper </a:t>
            </a:r>
            <a:br>
              <a:rPr lang="en-IN" sz="1800" dirty="0"/>
            </a:br>
            <a:br>
              <a:rPr lang="en-IN" sz="1800" dirty="0"/>
            </a:br>
            <a:r>
              <a:rPr lang="en-IN" sz="1800" dirty="0"/>
              <a:t>CNN Research Papers </a:t>
            </a:r>
            <a:br>
              <a:rPr lang="en-IN" sz="1800" dirty="0"/>
            </a:br>
            <a:br>
              <a:rPr lang="en-IN" sz="1800" dirty="0"/>
            </a:br>
            <a:r>
              <a:rPr lang="en-IN" sz="1800" dirty="0"/>
              <a:t>IEEE/Scopus Journal References</a:t>
            </a:r>
            <a:br>
              <a:rPr lang="en-IN" sz="1800" dirty="0"/>
            </a:br>
            <a:endParaRPr lang="en-IN" sz="1800" dirty="0"/>
          </a:p>
        </p:txBody>
      </p:sp>
    </p:spTree>
    <p:extLst>
      <p:ext uri="{BB962C8B-B14F-4D97-AF65-F5344CB8AC3E}">
        <p14:creationId xmlns:p14="http://schemas.microsoft.com/office/powerpoint/2010/main" val="1343003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5" name="Google Shape;585;p38"/>
          <p:cNvSpPr/>
          <p:nvPr/>
        </p:nvSpPr>
        <p:spPr>
          <a:xfrm rot="-25">
            <a:off x="3053850" y="1912995"/>
            <a:ext cx="3270024" cy="3270427"/>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8134EC">
                  <a:alpha val="50196"/>
                </a:srgbClr>
              </a:gs>
              <a:gs pos="7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8"/>
          <p:cNvSpPr/>
          <p:nvPr/>
        </p:nvSpPr>
        <p:spPr>
          <a:xfrm rot="1251472">
            <a:off x="5012525" y="1984842"/>
            <a:ext cx="893540" cy="963017"/>
          </a:xfrm>
          <a:custGeom>
            <a:avLst/>
            <a:gdLst/>
            <a:ahLst/>
            <a:cxnLst/>
            <a:rect l="l" t="t" r="r" b="b"/>
            <a:pathLst>
              <a:path w="3794" h="4089" extrusionOk="0">
                <a:moveTo>
                  <a:pt x="2766" y="0"/>
                </a:moveTo>
                <a:cubicBezTo>
                  <a:pt x="3584" y="1330"/>
                  <a:pt x="3555" y="4077"/>
                  <a:pt x="453" y="4077"/>
                </a:cubicBezTo>
                <a:cubicBezTo>
                  <a:pt x="309" y="4077"/>
                  <a:pt x="158" y="4071"/>
                  <a:pt x="0" y="4059"/>
                </a:cubicBezTo>
                <a:lnTo>
                  <a:pt x="0" y="4059"/>
                </a:lnTo>
                <a:cubicBezTo>
                  <a:pt x="215" y="4079"/>
                  <a:pt x="416" y="4089"/>
                  <a:pt x="606" y="4089"/>
                </a:cubicBezTo>
                <a:cubicBezTo>
                  <a:pt x="3794" y="4089"/>
                  <a:pt x="3574" y="1314"/>
                  <a:pt x="2766" y="0"/>
                </a:cubicBezTo>
                <a:close/>
              </a:path>
            </a:pathLst>
          </a:custGeom>
          <a:gradFill>
            <a:gsLst>
              <a:gs pos="0">
                <a:schemeClr val="accent3"/>
              </a:gs>
              <a:gs pos="100000">
                <a:schemeClr val="lt2"/>
              </a:gs>
            </a:gsLst>
            <a:lin ang="5400012" scaled="0"/>
          </a:gradFill>
          <a:ln>
            <a:noFill/>
          </a:ln>
          <a:effectLst>
            <a:outerShdw blurRad="14288" dist="9525" algn="bl" rotWithShape="0">
              <a:schemeClr val="dk1">
                <a:alpha val="6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8"/>
          <p:cNvSpPr/>
          <p:nvPr/>
        </p:nvSpPr>
        <p:spPr>
          <a:xfrm rot="1251472">
            <a:off x="2619154" y="2156238"/>
            <a:ext cx="590669" cy="1042385"/>
          </a:xfrm>
          <a:custGeom>
            <a:avLst/>
            <a:gdLst/>
            <a:ahLst/>
            <a:cxnLst/>
            <a:rect l="l" t="t" r="r" b="b"/>
            <a:pathLst>
              <a:path w="2508" h="4426" extrusionOk="0">
                <a:moveTo>
                  <a:pt x="2266" y="1"/>
                </a:moveTo>
                <a:cubicBezTo>
                  <a:pt x="1517" y="366"/>
                  <a:pt x="152" y="2775"/>
                  <a:pt x="2507" y="4425"/>
                </a:cubicBezTo>
                <a:cubicBezTo>
                  <a:pt x="0" y="2802"/>
                  <a:pt x="1196" y="545"/>
                  <a:pt x="2266" y="1"/>
                </a:cubicBezTo>
                <a:close/>
              </a:path>
            </a:pathLst>
          </a:custGeom>
          <a:gradFill>
            <a:gsLst>
              <a:gs pos="0">
                <a:schemeClr val="accent3"/>
              </a:gs>
              <a:gs pos="100000">
                <a:schemeClr val="lt2"/>
              </a:gs>
            </a:gsLst>
            <a:lin ang="5400012" scaled="0"/>
          </a:gradFill>
          <a:ln>
            <a:noFill/>
          </a:ln>
          <a:effectLst>
            <a:outerShdw blurRad="14288" dist="9525" algn="bl" rotWithShape="0">
              <a:schemeClr val="dk1">
                <a:alpha val="6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8"/>
          <p:cNvSpPr/>
          <p:nvPr/>
        </p:nvSpPr>
        <p:spPr>
          <a:xfrm rot="1251472">
            <a:off x="2828029" y="3993547"/>
            <a:ext cx="1372340" cy="1168385"/>
          </a:xfrm>
          <a:custGeom>
            <a:avLst/>
            <a:gdLst/>
            <a:ahLst/>
            <a:cxnLst/>
            <a:rect l="l" t="t" r="r" b="b"/>
            <a:pathLst>
              <a:path w="5827" h="4961" extrusionOk="0">
                <a:moveTo>
                  <a:pt x="108" y="0"/>
                </a:moveTo>
                <a:cubicBezTo>
                  <a:pt x="10" y="1205"/>
                  <a:pt x="2017" y="4693"/>
                  <a:pt x="5826" y="2962"/>
                </a:cubicBezTo>
                <a:cubicBezTo>
                  <a:pt x="2249" y="4961"/>
                  <a:pt x="1" y="1740"/>
                  <a:pt x="108" y="0"/>
                </a:cubicBezTo>
                <a:close/>
              </a:path>
            </a:pathLst>
          </a:custGeom>
          <a:gradFill>
            <a:gsLst>
              <a:gs pos="0">
                <a:schemeClr val="accent3"/>
              </a:gs>
              <a:gs pos="100000">
                <a:schemeClr val="lt2"/>
              </a:gs>
            </a:gsLst>
            <a:lin ang="5400012" scaled="0"/>
          </a:gradFill>
          <a:ln>
            <a:noFill/>
          </a:ln>
          <a:effectLst>
            <a:outerShdw blurRad="14288" dist="9525" algn="bl" rotWithShape="0">
              <a:schemeClr val="dk1">
                <a:alpha val="6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8"/>
          <p:cNvSpPr/>
          <p:nvPr/>
        </p:nvSpPr>
        <p:spPr>
          <a:xfrm rot="1251472">
            <a:off x="4893315" y="1595450"/>
            <a:ext cx="1447705" cy="1065466"/>
          </a:xfrm>
          <a:custGeom>
            <a:avLst/>
            <a:gdLst/>
            <a:ahLst/>
            <a:cxnLst/>
            <a:rect l="l" t="t" r="r" b="b"/>
            <a:pathLst>
              <a:path w="6147" h="4524" extrusionOk="0">
                <a:moveTo>
                  <a:pt x="6147" y="4523"/>
                </a:moveTo>
                <a:cubicBezTo>
                  <a:pt x="6040" y="3319"/>
                  <a:pt x="3595" y="36"/>
                  <a:pt x="0" y="2587"/>
                </a:cubicBezTo>
                <a:cubicBezTo>
                  <a:pt x="3185" y="0"/>
                  <a:pt x="5951" y="2793"/>
                  <a:pt x="6147" y="4523"/>
                </a:cubicBezTo>
                <a:close/>
              </a:path>
            </a:pathLst>
          </a:custGeom>
          <a:gradFill>
            <a:gsLst>
              <a:gs pos="0">
                <a:schemeClr val="accent3"/>
              </a:gs>
              <a:gs pos="100000">
                <a:schemeClr val="lt2"/>
              </a:gs>
            </a:gsLst>
            <a:lin ang="5400012" scaled="0"/>
          </a:gradFill>
          <a:ln>
            <a:noFill/>
          </a:ln>
          <a:effectLst>
            <a:outerShdw blurRad="14288" dist="9525" algn="bl" rotWithShape="0">
              <a:schemeClr val="dk1">
                <a:alpha val="6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8"/>
          <p:cNvSpPr/>
          <p:nvPr/>
        </p:nvSpPr>
        <p:spPr>
          <a:xfrm rot="6602702" flipH="1">
            <a:off x="5428424" y="3747552"/>
            <a:ext cx="1731328" cy="1010333"/>
          </a:xfrm>
          <a:custGeom>
            <a:avLst/>
            <a:gdLst/>
            <a:ahLst/>
            <a:cxnLst/>
            <a:rect l="l" t="t" r="r" b="b"/>
            <a:pathLst>
              <a:path w="2785" h="1205" extrusionOk="0">
                <a:moveTo>
                  <a:pt x="1" y="1205"/>
                </a:moveTo>
                <a:cubicBezTo>
                  <a:pt x="322" y="705"/>
                  <a:pt x="1731" y="179"/>
                  <a:pt x="2784" y="1169"/>
                </a:cubicBezTo>
                <a:cubicBezTo>
                  <a:pt x="1705" y="0"/>
                  <a:pt x="322" y="705"/>
                  <a:pt x="1" y="1205"/>
                </a:cubicBezTo>
                <a:close/>
              </a:path>
            </a:pathLst>
          </a:custGeom>
          <a:gradFill>
            <a:gsLst>
              <a:gs pos="0">
                <a:schemeClr val="accent3"/>
              </a:gs>
              <a:gs pos="100000">
                <a:schemeClr val="lt2"/>
              </a:gs>
            </a:gsLst>
            <a:lin ang="5400012" scaled="0"/>
          </a:gradFill>
          <a:ln>
            <a:noFill/>
          </a:ln>
          <a:effectLst>
            <a:outerShdw blurRad="14288" dist="9525" algn="bl" rotWithShape="0">
              <a:schemeClr val="dk1">
                <a:alpha val="6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 name="Google Shape;591;p38"/>
          <p:cNvGrpSpPr/>
          <p:nvPr/>
        </p:nvGrpSpPr>
        <p:grpSpPr>
          <a:xfrm>
            <a:off x="3642898" y="2395378"/>
            <a:ext cx="1910412" cy="1939739"/>
            <a:chOff x="7632185" y="2598958"/>
            <a:chExt cx="912850" cy="926863"/>
          </a:xfrm>
        </p:grpSpPr>
        <p:sp>
          <p:nvSpPr>
            <p:cNvPr id="592" name="Google Shape;592;p38"/>
            <p:cNvSpPr/>
            <p:nvPr/>
          </p:nvSpPr>
          <p:spPr>
            <a:xfrm>
              <a:off x="7973714" y="2949397"/>
              <a:ext cx="229797" cy="224599"/>
            </a:xfrm>
            <a:custGeom>
              <a:avLst/>
              <a:gdLst/>
              <a:ahLst/>
              <a:cxnLst/>
              <a:rect l="l" t="t" r="r" b="b"/>
              <a:pathLst>
                <a:path w="2785" h="2722" extrusionOk="0">
                  <a:moveTo>
                    <a:pt x="786" y="0"/>
                  </a:moveTo>
                  <a:cubicBezTo>
                    <a:pt x="349" y="0"/>
                    <a:pt x="1" y="357"/>
                    <a:pt x="1" y="794"/>
                  </a:cubicBezTo>
                  <a:lnTo>
                    <a:pt x="1" y="1927"/>
                  </a:lnTo>
                  <a:cubicBezTo>
                    <a:pt x="1" y="2364"/>
                    <a:pt x="349" y="2721"/>
                    <a:pt x="786" y="2721"/>
                  </a:cubicBezTo>
                  <a:lnTo>
                    <a:pt x="1999" y="2721"/>
                  </a:lnTo>
                  <a:cubicBezTo>
                    <a:pt x="2436" y="2721"/>
                    <a:pt x="2784" y="2364"/>
                    <a:pt x="2784" y="1927"/>
                  </a:cubicBezTo>
                  <a:lnTo>
                    <a:pt x="2784" y="794"/>
                  </a:lnTo>
                  <a:cubicBezTo>
                    <a:pt x="2784" y="357"/>
                    <a:pt x="2436" y="0"/>
                    <a:pt x="1999"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8"/>
            <p:cNvSpPr/>
            <p:nvPr/>
          </p:nvSpPr>
          <p:spPr>
            <a:xfrm>
              <a:off x="8006885" y="2981742"/>
              <a:ext cx="163457" cy="159827"/>
            </a:xfrm>
            <a:custGeom>
              <a:avLst/>
              <a:gdLst/>
              <a:ahLst/>
              <a:cxnLst/>
              <a:rect l="l" t="t" r="r" b="b"/>
              <a:pathLst>
                <a:path w="1981" h="1937" extrusionOk="0">
                  <a:moveTo>
                    <a:pt x="562" y="1"/>
                  </a:moveTo>
                  <a:cubicBezTo>
                    <a:pt x="250" y="1"/>
                    <a:pt x="0" y="259"/>
                    <a:pt x="0" y="563"/>
                  </a:cubicBezTo>
                  <a:lnTo>
                    <a:pt x="0" y="1375"/>
                  </a:lnTo>
                  <a:cubicBezTo>
                    <a:pt x="0" y="1687"/>
                    <a:pt x="250" y="1937"/>
                    <a:pt x="562" y="1937"/>
                  </a:cubicBezTo>
                  <a:lnTo>
                    <a:pt x="1419" y="1937"/>
                  </a:lnTo>
                  <a:cubicBezTo>
                    <a:pt x="1731" y="1937"/>
                    <a:pt x="1981" y="1687"/>
                    <a:pt x="1981" y="1375"/>
                  </a:cubicBezTo>
                  <a:lnTo>
                    <a:pt x="1981" y="563"/>
                  </a:lnTo>
                  <a:cubicBezTo>
                    <a:pt x="1981" y="259"/>
                    <a:pt x="1731" y="1"/>
                    <a:pt x="1419"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8"/>
            <p:cNvSpPr/>
            <p:nvPr/>
          </p:nvSpPr>
          <p:spPr>
            <a:xfrm>
              <a:off x="8203435" y="3115746"/>
              <a:ext cx="201743" cy="169398"/>
            </a:xfrm>
            <a:custGeom>
              <a:avLst/>
              <a:gdLst/>
              <a:ahLst/>
              <a:cxnLst/>
              <a:rect l="l" t="t" r="r" b="b"/>
              <a:pathLst>
                <a:path w="2445" h="2053" extrusionOk="0">
                  <a:moveTo>
                    <a:pt x="0" y="0"/>
                  </a:moveTo>
                  <a:lnTo>
                    <a:pt x="0" y="18"/>
                  </a:lnTo>
                  <a:lnTo>
                    <a:pt x="928" y="18"/>
                  </a:lnTo>
                  <a:lnTo>
                    <a:pt x="2427" y="1499"/>
                  </a:lnTo>
                  <a:lnTo>
                    <a:pt x="2427" y="2052"/>
                  </a:lnTo>
                  <a:lnTo>
                    <a:pt x="2445" y="2052"/>
                  </a:lnTo>
                  <a:lnTo>
                    <a:pt x="2445" y="1490"/>
                  </a:lnTo>
                  <a:lnTo>
                    <a:pt x="937" y="0"/>
                  </a:ln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8"/>
            <p:cNvSpPr/>
            <p:nvPr/>
          </p:nvSpPr>
          <p:spPr>
            <a:xfrm>
              <a:off x="8173977" y="3193474"/>
              <a:ext cx="69228" cy="142004"/>
            </a:xfrm>
            <a:custGeom>
              <a:avLst/>
              <a:gdLst/>
              <a:ahLst/>
              <a:cxnLst/>
              <a:rect l="l" t="t" r="r" b="b"/>
              <a:pathLst>
                <a:path w="839" h="1721" extrusionOk="0">
                  <a:moveTo>
                    <a:pt x="61" y="1"/>
                  </a:moveTo>
                  <a:cubicBezTo>
                    <a:pt x="41" y="1"/>
                    <a:pt x="23" y="11"/>
                    <a:pt x="9" y="31"/>
                  </a:cubicBezTo>
                  <a:cubicBezTo>
                    <a:pt x="0" y="58"/>
                    <a:pt x="9" y="84"/>
                    <a:pt x="36" y="102"/>
                  </a:cubicBezTo>
                  <a:lnTo>
                    <a:pt x="54" y="102"/>
                  </a:lnTo>
                  <a:lnTo>
                    <a:pt x="54" y="218"/>
                  </a:lnTo>
                  <a:lnTo>
                    <a:pt x="768" y="932"/>
                  </a:lnTo>
                  <a:lnTo>
                    <a:pt x="768" y="1610"/>
                  </a:lnTo>
                  <a:cubicBezTo>
                    <a:pt x="750" y="1619"/>
                    <a:pt x="741" y="1628"/>
                    <a:pt x="732" y="1637"/>
                  </a:cubicBezTo>
                  <a:cubicBezTo>
                    <a:pt x="714" y="1663"/>
                    <a:pt x="732" y="1699"/>
                    <a:pt x="759" y="1717"/>
                  </a:cubicBezTo>
                  <a:cubicBezTo>
                    <a:pt x="765" y="1719"/>
                    <a:pt x="772" y="1720"/>
                    <a:pt x="779" y="1720"/>
                  </a:cubicBezTo>
                  <a:cubicBezTo>
                    <a:pt x="798" y="1720"/>
                    <a:pt x="817" y="1710"/>
                    <a:pt x="830" y="1690"/>
                  </a:cubicBezTo>
                  <a:cubicBezTo>
                    <a:pt x="839" y="1663"/>
                    <a:pt x="830" y="1628"/>
                    <a:pt x="803" y="1619"/>
                  </a:cubicBezTo>
                  <a:cubicBezTo>
                    <a:pt x="794" y="1619"/>
                    <a:pt x="794" y="1610"/>
                    <a:pt x="785" y="1610"/>
                  </a:cubicBezTo>
                  <a:lnTo>
                    <a:pt x="785" y="923"/>
                  </a:lnTo>
                  <a:lnTo>
                    <a:pt x="72" y="209"/>
                  </a:lnTo>
                  <a:lnTo>
                    <a:pt x="72" y="102"/>
                  </a:lnTo>
                  <a:cubicBezTo>
                    <a:pt x="81" y="102"/>
                    <a:pt x="99" y="93"/>
                    <a:pt x="107" y="75"/>
                  </a:cubicBezTo>
                  <a:cubicBezTo>
                    <a:pt x="125" y="49"/>
                    <a:pt x="107" y="22"/>
                    <a:pt x="81" y="4"/>
                  </a:cubicBezTo>
                  <a:cubicBezTo>
                    <a:pt x="74" y="2"/>
                    <a:pt x="67" y="1"/>
                    <a:pt x="61"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8"/>
            <p:cNvSpPr/>
            <p:nvPr/>
          </p:nvSpPr>
          <p:spPr>
            <a:xfrm>
              <a:off x="8264496" y="2783708"/>
              <a:ext cx="112712" cy="103883"/>
            </a:xfrm>
            <a:custGeom>
              <a:avLst/>
              <a:gdLst/>
              <a:ahLst/>
              <a:cxnLst/>
              <a:rect l="l" t="t" r="r" b="b"/>
              <a:pathLst>
                <a:path w="1366" h="1259" extrusionOk="0">
                  <a:moveTo>
                    <a:pt x="90" y="1"/>
                  </a:moveTo>
                  <a:cubicBezTo>
                    <a:pt x="45" y="1"/>
                    <a:pt x="1" y="37"/>
                    <a:pt x="1" y="90"/>
                  </a:cubicBezTo>
                  <a:cubicBezTo>
                    <a:pt x="1" y="135"/>
                    <a:pt x="36" y="170"/>
                    <a:pt x="81" y="170"/>
                  </a:cubicBezTo>
                  <a:lnTo>
                    <a:pt x="81" y="536"/>
                  </a:lnTo>
                  <a:lnTo>
                    <a:pt x="768" y="1214"/>
                  </a:lnTo>
                  <a:lnTo>
                    <a:pt x="1259" y="1214"/>
                  </a:lnTo>
                  <a:cubicBezTo>
                    <a:pt x="1259" y="1241"/>
                    <a:pt x="1285" y="1259"/>
                    <a:pt x="1312" y="1259"/>
                  </a:cubicBezTo>
                  <a:cubicBezTo>
                    <a:pt x="1339" y="1259"/>
                    <a:pt x="1366" y="1241"/>
                    <a:pt x="1366" y="1205"/>
                  </a:cubicBezTo>
                  <a:cubicBezTo>
                    <a:pt x="1366" y="1179"/>
                    <a:pt x="1339" y="1152"/>
                    <a:pt x="1312" y="1152"/>
                  </a:cubicBezTo>
                  <a:cubicBezTo>
                    <a:pt x="1285" y="1152"/>
                    <a:pt x="1259" y="1179"/>
                    <a:pt x="1259" y="1196"/>
                  </a:cubicBezTo>
                  <a:lnTo>
                    <a:pt x="777" y="1196"/>
                  </a:lnTo>
                  <a:lnTo>
                    <a:pt x="99" y="527"/>
                  </a:lnTo>
                  <a:lnTo>
                    <a:pt x="99" y="170"/>
                  </a:lnTo>
                  <a:cubicBezTo>
                    <a:pt x="143" y="170"/>
                    <a:pt x="179" y="135"/>
                    <a:pt x="179" y="90"/>
                  </a:cubicBezTo>
                  <a:cubicBezTo>
                    <a:pt x="179" y="37"/>
                    <a:pt x="134" y="1"/>
                    <a:pt x="90"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8"/>
            <p:cNvSpPr/>
            <p:nvPr/>
          </p:nvSpPr>
          <p:spPr>
            <a:xfrm>
              <a:off x="8299069" y="2812423"/>
              <a:ext cx="74426" cy="50168"/>
            </a:xfrm>
            <a:custGeom>
              <a:avLst/>
              <a:gdLst/>
              <a:ahLst/>
              <a:cxnLst/>
              <a:rect l="l" t="t" r="r" b="b"/>
              <a:pathLst>
                <a:path w="902" h="608" extrusionOk="0">
                  <a:moveTo>
                    <a:pt x="54" y="1"/>
                  </a:moveTo>
                  <a:cubicBezTo>
                    <a:pt x="28" y="1"/>
                    <a:pt x="1" y="19"/>
                    <a:pt x="1" y="54"/>
                  </a:cubicBezTo>
                  <a:cubicBezTo>
                    <a:pt x="1" y="81"/>
                    <a:pt x="28" y="108"/>
                    <a:pt x="54" y="108"/>
                  </a:cubicBezTo>
                  <a:cubicBezTo>
                    <a:pt x="72" y="108"/>
                    <a:pt x="81" y="99"/>
                    <a:pt x="90" y="90"/>
                  </a:cubicBezTo>
                  <a:lnTo>
                    <a:pt x="554" y="563"/>
                  </a:lnTo>
                  <a:lnTo>
                    <a:pt x="804" y="563"/>
                  </a:lnTo>
                  <a:cubicBezTo>
                    <a:pt x="804" y="590"/>
                    <a:pt x="822" y="608"/>
                    <a:pt x="848" y="608"/>
                  </a:cubicBezTo>
                  <a:cubicBezTo>
                    <a:pt x="884" y="608"/>
                    <a:pt x="902" y="590"/>
                    <a:pt x="902" y="554"/>
                  </a:cubicBezTo>
                  <a:cubicBezTo>
                    <a:pt x="902" y="527"/>
                    <a:pt x="884" y="500"/>
                    <a:pt x="848" y="500"/>
                  </a:cubicBezTo>
                  <a:cubicBezTo>
                    <a:pt x="822" y="500"/>
                    <a:pt x="804" y="527"/>
                    <a:pt x="804" y="545"/>
                  </a:cubicBezTo>
                  <a:lnTo>
                    <a:pt x="563" y="545"/>
                  </a:lnTo>
                  <a:lnTo>
                    <a:pt x="99" y="81"/>
                  </a:lnTo>
                  <a:cubicBezTo>
                    <a:pt x="108" y="72"/>
                    <a:pt x="108" y="63"/>
                    <a:pt x="108" y="54"/>
                  </a:cubicBezTo>
                  <a:cubicBezTo>
                    <a:pt x="108" y="19"/>
                    <a:pt x="90" y="1"/>
                    <a:pt x="54"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8"/>
            <p:cNvSpPr/>
            <p:nvPr/>
          </p:nvSpPr>
          <p:spPr>
            <a:xfrm>
              <a:off x="8184291" y="2833051"/>
              <a:ext cx="69971" cy="157599"/>
            </a:xfrm>
            <a:custGeom>
              <a:avLst/>
              <a:gdLst/>
              <a:ahLst/>
              <a:cxnLst/>
              <a:rect l="l" t="t" r="r" b="b"/>
              <a:pathLst>
                <a:path w="848" h="1910" extrusionOk="0">
                  <a:moveTo>
                    <a:pt x="54" y="1"/>
                  </a:moveTo>
                  <a:cubicBezTo>
                    <a:pt x="27" y="1"/>
                    <a:pt x="0" y="27"/>
                    <a:pt x="0" y="54"/>
                  </a:cubicBezTo>
                  <a:cubicBezTo>
                    <a:pt x="0" y="81"/>
                    <a:pt x="27" y="108"/>
                    <a:pt x="54" y="108"/>
                  </a:cubicBezTo>
                  <a:cubicBezTo>
                    <a:pt x="63" y="108"/>
                    <a:pt x="72" y="108"/>
                    <a:pt x="81" y="99"/>
                  </a:cubicBezTo>
                  <a:lnTo>
                    <a:pt x="830" y="857"/>
                  </a:lnTo>
                  <a:lnTo>
                    <a:pt x="830" y="1526"/>
                  </a:lnTo>
                  <a:lnTo>
                    <a:pt x="536" y="1812"/>
                  </a:lnTo>
                  <a:cubicBezTo>
                    <a:pt x="527" y="1803"/>
                    <a:pt x="518" y="1803"/>
                    <a:pt x="509" y="1803"/>
                  </a:cubicBezTo>
                  <a:cubicBezTo>
                    <a:pt x="473" y="1803"/>
                    <a:pt x="455" y="1821"/>
                    <a:pt x="455" y="1856"/>
                  </a:cubicBezTo>
                  <a:cubicBezTo>
                    <a:pt x="455" y="1883"/>
                    <a:pt x="473" y="1910"/>
                    <a:pt x="509" y="1910"/>
                  </a:cubicBezTo>
                  <a:cubicBezTo>
                    <a:pt x="536" y="1910"/>
                    <a:pt x="562" y="1883"/>
                    <a:pt x="562" y="1856"/>
                  </a:cubicBezTo>
                  <a:cubicBezTo>
                    <a:pt x="562" y="1838"/>
                    <a:pt x="553" y="1830"/>
                    <a:pt x="553" y="1821"/>
                  </a:cubicBezTo>
                  <a:lnTo>
                    <a:pt x="848" y="1535"/>
                  </a:lnTo>
                  <a:lnTo>
                    <a:pt x="848" y="848"/>
                  </a:lnTo>
                  <a:lnTo>
                    <a:pt x="839" y="839"/>
                  </a:lnTo>
                  <a:lnTo>
                    <a:pt x="98" y="90"/>
                  </a:lnTo>
                  <a:cubicBezTo>
                    <a:pt x="107" y="81"/>
                    <a:pt x="107" y="63"/>
                    <a:pt x="107" y="54"/>
                  </a:cubicBezTo>
                  <a:cubicBezTo>
                    <a:pt x="107" y="27"/>
                    <a:pt x="81" y="1"/>
                    <a:pt x="54"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8"/>
            <p:cNvSpPr/>
            <p:nvPr/>
          </p:nvSpPr>
          <p:spPr>
            <a:xfrm>
              <a:off x="8265238" y="3124575"/>
              <a:ext cx="122284" cy="148027"/>
            </a:xfrm>
            <a:custGeom>
              <a:avLst/>
              <a:gdLst/>
              <a:ahLst/>
              <a:cxnLst/>
              <a:rect l="l" t="t" r="r" b="b"/>
              <a:pathLst>
                <a:path w="1482" h="1794" extrusionOk="0">
                  <a:moveTo>
                    <a:pt x="54" y="0"/>
                  </a:moveTo>
                  <a:cubicBezTo>
                    <a:pt x="27" y="0"/>
                    <a:pt x="1" y="27"/>
                    <a:pt x="1" y="54"/>
                  </a:cubicBezTo>
                  <a:cubicBezTo>
                    <a:pt x="1" y="81"/>
                    <a:pt x="27" y="107"/>
                    <a:pt x="54" y="107"/>
                  </a:cubicBezTo>
                  <a:cubicBezTo>
                    <a:pt x="63" y="107"/>
                    <a:pt x="81" y="99"/>
                    <a:pt x="90" y="90"/>
                  </a:cubicBezTo>
                  <a:lnTo>
                    <a:pt x="1410" y="1410"/>
                  </a:lnTo>
                  <a:lnTo>
                    <a:pt x="1410" y="1686"/>
                  </a:lnTo>
                  <a:cubicBezTo>
                    <a:pt x="1392" y="1695"/>
                    <a:pt x="1383" y="1704"/>
                    <a:pt x="1374" y="1713"/>
                  </a:cubicBezTo>
                  <a:cubicBezTo>
                    <a:pt x="1357" y="1740"/>
                    <a:pt x="1366" y="1776"/>
                    <a:pt x="1392" y="1785"/>
                  </a:cubicBezTo>
                  <a:cubicBezTo>
                    <a:pt x="1402" y="1791"/>
                    <a:pt x="1412" y="1794"/>
                    <a:pt x="1422" y="1794"/>
                  </a:cubicBezTo>
                  <a:cubicBezTo>
                    <a:pt x="1441" y="1794"/>
                    <a:pt x="1458" y="1784"/>
                    <a:pt x="1464" y="1767"/>
                  </a:cubicBezTo>
                  <a:cubicBezTo>
                    <a:pt x="1481" y="1740"/>
                    <a:pt x="1473" y="1704"/>
                    <a:pt x="1446" y="1695"/>
                  </a:cubicBezTo>
                  <a:cubicBezTo>
                    <a:pt x="1437" y="1695"/>
                    <a:pt x="1437" y="1686"/>
                    <a:pt x="1428" y="1686"/>
                  </a:cubicBezTo>
                  <a:lnTo>
                    <a:pt x="1428" y="1401"/>
                  </a:lnTo>
                  <a:lnTo>
                    <a:pt x="99" y="81"/>
                  </a:lnTo>
                  <a:cubicBezTo>
                    <a:pt x="108" y="72"/>
                    <a:pt x="108" y="63"/>
                    <a:pt x="108" y="54"/>
                  </a:cubicBezTo>
                  <a:cubicBezTo>
                    <a:pt x="108" y="27"/>
                    <a:pt x="81" y="0"/>
                    <a:pt x="54"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8"/>
            <p:cNvSpPr/>
            <p:nvPr/>
          </p:nvSpPr>
          <p:spPr>
            <a:xfrm>
              <a:off x="8211521" y="3194960"/>
              <a:ext cx="49425" cy="116508"/>
            </a:xfrm>
            <a:custGeom>
              <a:avLst/>
              <a:gdLst/>
              <a:ahLst/>
              <a:cxnLst/>
              <a:rect l="l" t="t" r="r" b="b"/>
              <a:pathLst>
                <a:path w="599" h="1412" extrusionOk="0">
                  <a:moveTo>
                    <a:pt x="61" y="0"/>
                  </a:moveTo>
                  <a:cubicBezTo>
                    <a:pt x="41" y="0"/>
                    <a:pt x="23" y="11"/>
                    <a:pt x="9" y="31"/>
                  </a:cubicBezTo>
                  <a:cubicBezTo>
                    <a:pt x="0" y="57"/>
                    <a:pt x="9" y="93"/>
                    <a:pt x="36" y="102"/>
                  </a:cubicBezTo>
                  <a:cubicBezTo>
                    <a:pt x="45" y="106"/>
                    <a:pt x="54" y="109"/>
                    <a:pt x="63" y="109"/>
                  </a:cubicBezTo>
                  <a:cubicBezTo>
                    <a:pt x="72" y="109"/>
                    <a:pt x="81" y="106"/>
                    <a:pt x="90" y="102"/>
                  </a:cubicBezTo>
                  <a:lnTo>
                    <a:pt x="527" y="539"/>
                  </a:lnTo>
                  <a:lnTo>
                    <a:pt x="527" y="1306"/>
                  </a:lnTo>
                  <a:cubicBezTo>
                    <a:pt x="518" y="1306"/>
                    <a:pt x="500" y="1315"/>
                    <a:pt x="491" y="1333"/>
                  </a:cubicBezTo>
                  <a:cubicBezTo>
                    <a:pt x="482" y="1360"/>
                    <a:pt x="491" y="1396"/>
                    <a:pt x="518" y="1404"/>
                  </a:cubicBezTo>
                  <a:cubicBezTo>
                    <a:pt x="525" y="1409"/>
                    <a:pt x="533" y="1412"/>
                    <a:pt x="540" y="1412"/>
                  </a:cubicBezTo>
                  <a:cubicBezTo>
                    <a:pt x="559" y="1412"/>
                    <a:pt x="576" y="1397"/>
                    <a:pt x="589" y="1378"/>
                  </a:cubicBezTo>
                  <a:cubicBezTo>
                    <a:pt x="598" y="1351"/>
                    <a:pt x="589" y="1324"/>
                    <a:pt x="562" y="1306"/>
                  </a:cubicBezTo>
                  <a:lnTo>
                    <a:pt x="545" y="1306"/>
                  </a:lnTo>
                  <a:lnTo>
                    <a:pt x="545" y="530"/>
                  </a:lnTo>
                  <a:lnTo>
                    <a:pt x="107" y="84"/>
                  </a:lnTo>
                  <a:cubicBezTo>
                    <a:pt x="107" y="84"/>
                    <a:pt x="107" y="84"/>
                    <a:pt x="107" y="75"/>
                  </a:cubicBezTo>
                  <a:cubicBezTo>
                    <a:pt x="116" y="57"/>
                    <a:pt x="107" y="22"/>
                    <a:pt x="81" y="4"/>
                  </a:cubicBezTo>
                  <a:cubicBezTo>
                    <a:pt x="74" y="2"/>
                    <a:pt x="67" y="0"/>
                    <a:pt x="61"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8"/>
            <p:cNvSpPr/>
            <p:nvPr/>
          </p:nvSpPr>
          <p:spPr>
            <a:xfrm>
              <a:off x="8309384" y="2919939"/>
              <a:ext cx="73024" cy="30282"/>
            </a:xfrm>
            <a:custGeom>
              <a:avLst/>
              <a:gdLst/>
              <a:ahLst/>
              <a:cxnLst/>
              <a:rect l="l" t="t" r="r" b="b"/>
              <a:pathLst>
                <a:path w="885" h="367" extrusionOk="0">
                  <a:moveTo>
                    <a:pt x="54" y="0"/>
                  </a:moveTo>
                  <a:cubicBezTo>
                    <a:pt x="19" y="0"/>
                    <a:pt x="1" y="27"/>
                    <a:pt x="1" y="54"/>
                  </a:cubicBezTo>
                  <a:cubicBezTo>
                    <a:pt x="1" y="81"/>
                    <a:pt x="19" y="107"/>
                    <a:pt x="54" y="107"/>
                  </a:cubicBezTo>
                  <a:cubicBezTo>
                    <a:pt x="81" y="107"/>
                    <a:pt x="99" y="90"/>
                    <a:pt x="108" y="63"/>
                  </a:cubicBezTo>
                  <a:lnTo>
                    <a:pt x="679" y="63"/>
                  </a:lnTo>
                  <a:lnTo>
                    <a:pt x="822" y="188"/>
                  </a:lnTo>
                  <a:lnTo>
                    <a:pt x="822" y="259"/>
                  </a:lnTo>
                  <a:cubicBezTo>
                    <a:pt x="804" y="268"/>
                    <a:pt x="777" y="286"/>
                    <a:pt x="777" y="313"/>
                  </a:cubicBezTo>
                  <a:cubicBezTo>
                    <a:pt x="777" y="339"/>
                    <a:pt x="804" y="366"/>
                    <a:pt x="831" y="366"/>
                  </a:cubicBezTo>
                  <a:cubicBezTo>
                    <a:pt x="866" y="366"/>
                    <a:pt x="884" y="339"/>
                    <a:pt x="884" y="313"/>
                  </a:cubicBezTo>
                  <a:cubicBezTo>
                    <a:pt x="884" y="286"/>
                    <a:pt x="866" y="268"/>
                    <a:pt x="839" y="259"/>
                  </a:cubicBezTo>
                  <a:lnTo>
                    <a:pt x="839" y="179"/>
                  </a:lnTo>
                  <a:lnTo>
                    <a:pt x="688" y="45"/>
                  </a:lnTo>
                  <a:lnTo>
                    <a:pt x="108" y="45"/>
                  </a:lnTo>
                  <a:cubicBezTo>
                    <a:pt x="99" y="18"/>
                    <a:pt x="81" y="0"/>
                    <a:pt x="54"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8"/>
            <p:cNvSpPr/>
            <p:nvPr/>
          </p:nvSpPr>
          <p:spPr>
            <a:xfrm>
              <a:off x="8131977" y="2598958"/>
              <a:ext cx="413058" cy="926863"/>
            </a:xfrm>
            <a:custGeom>
              <a:avLst/>
              <a:gdLst/>
              <a:ahLst/>
              <a:cxnLst/>
              <a:rect l="l" t="t" r="r" b="b"/>
              <a:pathLst>
                <a:path w="5006" h="11233" extrusionOk="0">
                  <a:moveTo>
                    <a:pt x="1036" y="81"/>
                  </a:moveTo>
                  <a:cubicBezTo>
                    <a:pt x="1080" y="99"/>
                    <a:pt x="1125" y="108"/>
                    <a:pt x="1178" y="117"/>
                  </a:cubicBezTo>
                  <a:lnTo>
                    <a:pt x="1178" y="1259"/>
                  </a:lnTo>
                  <a:lnTo>
                    <a:pt x="1036" y="1259"/>
                  </a:lnTo>
                  <a:lnTo>
                    <a:pt x="1036" y="81"/>
                  </a:lnTo>
                  <a:close/>
                  <a:moveTo>
                    <a:pt x="1196" y="126"/>
                  </a:moveTo>
                  <a:cubicBezTo>
                    <a:pt x="1312" y="161"/>
                    <a:pt x="1428" y="197"/>
                    <a:pt x="1553" y="251"/>
                  </a:cubicBezTo>
                  <a:lnTo>
                    <a:pt x="1553" y="732"/>
                  </a:lnTo>
                  <a:lnTo>
                    <a:pt x="1339" y="946"/>
                  </a:lnTo>
                  <a:lnTo>
                    <a:pt x="1339" y="1259"/>
                  </a:lnTo>
                  <a:lnTo>
                    <a:pt x="1196" y="1259"/>
                  </a:lnTo>
                  <a:lnTo>
                    <a:pt x="1196" y="126"/>
                  </a:lnTo>
                  <a:close/>
                  <a:moveTo>
                    <a:pt x="777" y="37"/>
                  </a:moveTo>
                  <a:cubicBezTo>
                    <a:pt x="848" y="45"/>
                    <a:pt x="929" y="63"/>
                    <a:pt x="1018" y="81"/>
                  </a:cubicBezTo>
                  <a:lnTo>
                    <a:pt x="1018" y="1259"/>
                  </a:lnTo>
                  <a:lnTo>
                    <a:pt x="857" y="1259"/>
                  </a:lnTo>
                  <a:cubicBezTo>
                    <a:pt x="857" y="1259"/>
                    <a:pt x="848" y="1268"/>
                    <a:pt x="848" y="1268"/>
                  </a:cubicBezTo>
                  <a:lnTo>
                    <a:pt x="848" y="946"/>
                  </a:lnTo>
                  <a:lnTo>
                    <a:pt x="839" y="938"/>
                  </a:lnTo>
                  <a:lnTo>
                    <a:pt x="643" y="715"/>
                  </a:lnTo>
                  <a:lnTo>
                    <a:pt x="643" y="63"/>
                  </a:lnTo>
                  <a:lnTo>
                    <a:pt x="625" y="63"/>
                  </a:lnTo>
                  <a:lnTo>
                    <a:pt x="625" y="723"/>
                  </a:lnTo>
                  <a:lnTo>
                    <a:pt x="831" y="946"/>
                  </a:lnTo>
                  <a:lnTo>
                    <a:pt x="831" y="1268"/>
                  </a:lnTo>
                  <a:lnTo>
                    <a:pt x="839" y="1268"/>
                  </a:lnTo>
                  <a:cubicBezTo>
                    <a:pt x="795" y="1268"/>
                    <a:pt x="750" y="1303"/>
                    <a:pt x="723" y="1339"/>
                  </a:cubicBezTo>
                  <a:lnTo>
                    <a:pt x="723" y="1330"/>
                  </a:lnTo>
                  <a:lnTo>
                    <a:pt x="358" y="1330"/>
                  </a:lnTo>
                  <a:lnTo>
                    <a:pt x="260" y="1241"/>
                  </a:lnTo>
                  <a:lnTo>
                    <a:pt x="37" y="1241"/>
                  </a:lnTo>
                  <a:lnTo>
                    <a:pt x="37" y="607"/>
                  </a:lnTo>
                  <a:cubicBezTo>
                    <a:pt x="54" y="572"/>
                    <a:pt x="224" y="260"/>
                    <a:pt x="313" y="188"/>
                  </a:cubicBezTo>
                  <a:cubicBezTo>
                    <a:pt x="411" y="117"/>
                    <a:pt x="634" y="37"/>
                    <a:pt x="750" y="37"/>
                  </a:cubicBezTo>
                  <a:close/>
                  <a:moveTo>
                    <a:pt x="1571" y="251"/>
                  </a:moveTo>
                  <a:cubicBezTo>
                    <a:pt x="1919" y="393"/>
                    <a:pt x="2249" y="572"/>
                    <a:pt x="2401" y="768"/>
                  </a:cubicBezTo>
                  <a:cubicBezTo>
                    <a:pt x="2463" y="839"/>
                    <a:pt x="2508" y="946"/>
                    <a:pt x="2552" y="1071"/>
                  </a:cubicBezTo>
                  <a:lnTo>
                    <a:pt x="2053" y="1071"/>
                  </a:lnTo>
                  <a:lnTo>
                    <a:pt x="1794" y="1330"/>
                  </a:lnTo>
                  <a:lnTo>
                    <a:pt x="1482" y="1330"/>
                  </a:lnTo>
                  <a:lnTo>
                    <a:pt x="1482" y="1339"/>
                  </a:lnTo>
                  <a:cubicBezTo>
                    <a:pt x="1455" y="1294"/>
                    <a:pt x="1401" y="1259"/>
                    <a:pt x="1348" y="1259"/>
                  </a:cubicBezTo>
                  <a:lnTo>
                    <a:pt x="1357" y="1259"/>
                  </a:lnTo>
                  <a:lnTo>
                    <a:pt x="1357" y="955"/>
                  </a:lnTo>
                  <a:lnTo>
                    <a:pt x="1571" y="732"/>
                  </a:lnTo>
                  <a:lnTo>
                    <a:pt x="1571" y="251"/>
                  </a:lnTo>
                  <a:close/>
                  <a:moveTo>
                    <a:pt x="2561" y="1089"/>
                  </a:moveTo>
                  <a:cubicBezTo>
                    <a:pt x="2579" y="1143"/>
                    <a:pt x="2597" y="1196"/>
                    <a:pt x="2615" y="1250"/>
                  </a:cubicBezTo>
                  <a:lnTo>
                    <a:pt x="2062" y="1250"/>
                  </a:lnTo>
                  <a:lnTo>
                    <a:pt x="1803" y="1491"/>
                  </a:lnTo>
                  <a:lnTo>
                    <a:pt x="1500" y="1491"/>
                  </a:lnTo>
                  <a:lnTo>
                    <a:pt x="1500" y="1419"/>
                  </a:lnTo>
                  <a:cubicBezTo>
                    <a:pt x="1500" y="1393"/>
                    <a:pt x="1491" y="1366"/>
                    <a:pt x="1482" y="1348"/>
                  </a:cubicBezTo>
                  <a:lnTo>
                    <a:pt x="1803" y="1348"/>
                  </a:lnTo>
                  <a:lnTo>
                    <a:pt x="2062" y="1089"/>
                  </a:lnTo>
                  <a:close/>
                  <a:moveTo>
                    <a:pt x="251" y="1259"/>
                  </a:moveTo>
                  <a:lnTo>
                    <a:pt x="349" y="1348"/>
                  </a:lnTo>
                  <a:lnTo>
                    <a:pt x="723" y="1348"/>
                  </a:lnTo>
                  <a:cubicBezTo>
                    <a:pt x="715" y="1366"/>
                    <a:pt x="706" y="1393"/>
                    <a:pt x="706" y="1419"/>
                  </a:cubicBezTo>
                  <a:lnTo>
                    <a:pt x="706" y="1526"/>
                  </a:lnTo>
                  <a:lnTo>
                    <a:pt x="37" y="1526"/>
                  </a:lnTo>
                  <a:lnTo>
                    <a:pt x="37" y="1259"/>
                  </a:lnTo>
                  <a:close/>
                  <a:moveTo>
                    <a:pt x="2615" y="1268"/>
                  </a:moveTo>
                  <a:cubicBezTo>
                    <a:pt x="2633" y="1303"/>
                    <a:pt x="2642" y="1348"/>
                    <a:pt x="2650" y="1384"/>
                  </a:cubicBezTo>
                  <a:cubicBezTo>
                    <a:pt x="2677" y="1473"/>
                    <a:pt x="2704" y="1571"/>
                    <a:pt x="2740" y="1651"/>
                  </a:cubicBezTo>
                  <a:lnTo>
                    <a:pt x="1500" y="1651"/>
                  </a:lnTo>
                  <a:lnTo>
                    <a:pt x="1500" y="1508"/>
                  </a:lnTo>
                  <a:lnTo>
                    <a:pt x="1812" y="1508"/>
                  </a:lnTo>
                  <a:lnTo>
                    <a:pt x="2062" y="1268"/>
                  </a:lnTo>
                  <a:close/>
                  <a:moveTo>
                    <a:pt x="706" y="1544"/>
                  </a:moveTo>
                  <a:lnTo>
                    <a:pt x="706" y="1687"/>
                  </a:lnTo>
                  <a:lnTo>
                    <a:pt x="37" y="1687"/>
                  </a:lnTo>
                  <a:lnTo>
                    <a:pt x="37" y="1544"/>
                  </a:lnTo>
                  <a:close/>
                  <a:moveTo>
                    <a:pt x="2740" y="1669"/>
                  </a:moveTo>
                  <a:cubicBezTo>
                    <a:pt x="2757" y="1714"/>
                    <a:pt x="2775" y="1758"/>
                    <a:pt x="2793" y="1803"/>
                  </a:cubicBezTo>
                  <a:lnTo>
                    <a:pt x="1500" y="1803"/>
                  </a:lnTo>
                  <a:lnTo>
                    <a:pt x="1500" y="1669"/>
                  </a:lnTo>
                  <a:close/>
                  <a:moveTo>
                    <a:pt x="706" y="1705"/>
                  </a:moveTo>
                  <a:lnTo>
                    <a:pt x="706" y="1839"/>
                  </a:lnTo>
                  <a:lnTo>
                    <a:pt x="384" y="1839"/>
                  </a:lnTo>
                  <a:lnTo>
                    <a:pt x="277" y="1928"/>
                  </a:lnTo>
                  <a:lnTo>
                    <a:pt x="37" y="1928"/>
                  </a:lnTo>
                  <a:lnTo>
                    <a:pt x="37" y="1705"/>
                  </a:lnTo>
                  <a:close/>
                  <a:moveTo>
                    <a:pt x="2802" y="1821"/>
                  </a:moveTo>
                  <a:cubicBezTo>
                    <a:pt x="2820" y="1865"/>
                    <a:pt x="2847" y="1910"/>
                    <a:pt x="2873" y="1955"/>
                  </a:cubicBezTo>
                  <a:cubicBezTo>
                    <a:pt x="2891" y="1981"/>
                    <a:pt x="2945" y="2035"/>
                    <a:pt x="2989" y="2070"/>
                  </a:cubicBezTo>
                  <a:lnTo>
                    <a:pt x="1937" y="2070"/>
                  </a:lnTo>
                  <a:lnTo>
                    <a:pt x="1767" y="1928"/>
                  </a:lnTo>
                  <a:lnTo>
                    <a:pt x="1500" y="1928"/>
                  </a:lnTo>
                  <a:lnTo>
                    <a:pt x="1500" y="1946"/>
                  </a:lnTo>
                  <a:lnTo>
                    <a:pt x="1758" y="1946"/>
                  </a:lnTo>
                  <a:lnTo>
                    <a:pt x="1928" y="2088"/>
                  </a:lnTo>
                  <a:lnTo>
                    <a:pt x="3016" y="2088"/>
                  </a:lnTo>
                  <a:cubicBezTo>
                    <a:pt x="3043" y="2115"/>
                    <a:pt x="3070" y="2133"/>
                    <a:pt x="3070" y="2142"/>
                  </a:cubicBezTo>
                  <a:cubicBezTo>
                    <a:pt x="3079" y="2142"/>
                    <a:pt x="3114" y="2160"/>
                    <a:pt x="3168" y="2204"/>
                  </a:cubicBezTo>
                  <a:lnTo>
                    <a:pt x="2249" y="2204"/>
                  </a:lnTo>
                  <a:cubicBezTo>
                    <a:pt x="2240" y="2169"/>
                    <a:pt x="2222" y="2151"/>
                    <a:pt x="2187" y="2151"/>
                  </a:cubicBezTo>
                  <a:cubicBezTo>
                    <a:pt x="2151" y="2151"/>
                    <a:pt x="2124" y="2178"/>
                    <a:pt x="2124" y="2213"/>
                  </a:cubicBezTo>
                  <a:cubicBezTo>
                    <a:pt x="2124" y="2240"/>
                    <a:pt x="2151" y="2267"/>
                    <a:pt x="2187" y="2267"/>
                  </a:cubicBezTo>
                  <a:cubicBezTo>
                    <a:pt x="2222" y="2267"/>
                    <a:pt x="2240" y="2249"/>
                    <a:pt x="2249" y="2222"/>
                  </a:cubicBezTo>
                  <a:lnTo>
                    <a:pt x="3195" y="2222"/>
                  </a:lnTo>
                  <a:cubicBezTo>
                    <a:pt x="3266" y="2267"/>
                    <a:pt x="3364" y="2338"/>
                    <a:pt x="3471" y="2409"/>
                  </a:cubicBezTo>
                  <a:lnTo>
                    <a:pt x="2909" y="2409"/>
                  </a:lnTo>
                  <a:lnTo>
                    <a:pt x="2749" y="2294"/>
                  </a:lnTo>
                  <a:lnTo>
                    <a:pt x="2392" y="2294"/>
                  </a:lnTo>
                  <a:cubicBezTo>
                    <a:pt x="2392" y="2267"/>
                    <a:pt x="2374" y="2249"/>
                    <a:pt x="2347" y="2249"/>
                  </a:cubicBezTo>
                  <a:cubicBezTo>
                    <a:pt x="2311" y="2249"/>
                    <a:pt x="2294" y="2267"/>
                    <a:pt x="2294" y="2302"/>
                  </a:cubicBezTo>
                  <a:cubicBezTo>
                    <a:pt x="2294" y="2329"/>
                    <a:pt x="2311" y="2356"/>
                    <a:pt x="2347" y="2356"/>
                  </a:cubicBezTo>
                  <a:cubicBezTo>
                    <a:pt x="2374" y="2356"/>
                    <a:pt x="2392" y="2338"/>
                    <a:pt x="2392" y="2311"/>
                  </a:cubicBezTo>
                  <a:lnTo>
                    <a:pt x="2740" y="2311"/>
                  </a:lnTo>
                  <a:lnTo>
                    <a:pt x="2909" y="2427"/>
                  </a:lnTo>
                  <a:lnTo>
                    <a:pt x="3498" y="2427"/>
                  </a:lnTo>
                  <a:cubicBezTo>
                    <a:pt x="3569" y="2481"/>
                    <a:pt x="3650" y="2534"/>
                    <a:pt x="3721" y="2588"/>
                  </a:cubicBezTo>
                  <a:lnTo>
                    <a:pt x="3418" y="2588"/>
                  </a:lnTo>
                  <a:lnTo>
                    <a:pt x="3123" y="2882"/>
                  </a:lnTo>
                  <a:cubicBezTo>
                    <a:pt x="3114" y="2873"/>
                    <a:pt x="3105" y="2873"/>
                    <a:pt x="3096" y="2873"/>
                  </a:cubicBezTo>
                  <a:cubicBezTo>
                    <a:pt x="3061" y="2873"/>
                    <a:pt x="3043" y="2891"/>
                    <a:pt x="3043" y="2927"/>
                  </a:cubicBezTo>
                  <a:cubicBezTo>
                    <a:pt x="3043" y="2954"/>
                    <a:pt x="3061" y="2980"/>
                    <a:pt x="3096" y="2980"/>
                  </a:cubicBezTo>
                  <a:cubicBezTo>
                    <a:pt x="3123" y="2980"/>
                    <a:pt x="3150" y="2954"/>
                    <a:pt x="3150" y="2927"/>
                  </a:cubicBezTo>
                  <a:cubicBezTo>
                    <a:pt x="3150" y="2909"/>
                    <a:pt x="3141" y="2900"/>
                    <a:pt x="3141" y="2891"/>
                  </a:cubicBezTo>
                  <a:lnTo>
                    <a:pt x="3427" y="2615"/>
                  </a:lnTo>
                  <a:lnTo>
                    <a:pt x="3748" y="2615"/>
                  </a:lnTo>
                  <a:cubicBezTo>
                    <a:pt x="3792" y="2641"/>
                    <a:pt x="3837" y="2677"/>
                    <a:pt x="3882" y="2713"/>
                  </a:cubicBezTo>
                  <a:lnTo>
                    <a:pt x="3623" y="2713"/>
                  </a:lnTo>
                  <a:lnTo>
                    <a:pt x="3302" y="3025"/>
                  </a:lnTo>
                  <a:cubicBezTo>
                    <a:pt x="3293" y="3025"/>
                    <a:pt x="3284" y="3016"/>
                    <a:pt x="3275" y="3016"/>
                  </a:cubicBezTo>
                  <a:cubicBezTo>
                    <a:pt x="3239" y="3016"/>
                    <a:pt x="3221" y="3043"/>
                    <a:pt x="3221" y="3070"/>
                  </a:cubicBezTo>
                  <a:cubicBezTo>
                    <a:pt x="3221" y="3105"/>
                    <a:pt x="3239" y="3123"/>
                    <a:pt x="3275" y="3123"/>
                  </a:cubicBezTo>
                  <a:cubicBezTo>
                    <a:pt x="3302" y="3123"/>
                    <a:pt x="3328" y="3105"/>
                    <a:pt x="3328" y="3070"/>
                  </a:cubicBezTo>
                  <a:cubicBezTo>
                    <a:pt x="3328" y="3061"/>
                    <a:pt x="3320" y="3052"/>
                    <a:pt x="3311" y="3043"/>
                  </a:cubicBezTo>
                  <a:lnTo>
                    <a:pt x="3632" y="2731"/>
                  </a:lnTo>
                  <a:lnTo>
                    <a:pt x="3899" y="2731"/>
                  </a:lnTo>
                  <a:cubicBezTo>
                    <a:pt x="3971" y="2784"/>
                    <a:pt x="4033" y="2838"/>
                    <a:pt x="4078" y="2891"/>
                  </a:cubicBezTo>
                  <a:lnTo>
                    <a:pt x="3801" y="2891"/>
                  </a:lnTo>
                  <a:lnTo>
                    <a:pt x="3498" y="3177"/>
                  </a:lnTo>
                  <a:cubicBezTo>
                    <a:pt x="3489" y="3177"/>
                    <a:pt x="3480" y="3168"/>
                    <a:pt x="3471" y="3168"/>
                  </a:cubicBezTo>
                  <a:cubicBezTo>
                    <a:pt x="3444" y="3168"/>
                    <a:pt x="3418" y="3195"/>
                    <a:pt x="3418" y="3221"/>
                  </a:cubicBezTo>
                  <a:cubicBezTo>
                    <a:pt x="3418" y="3248"/>
                    <a:pt x="3444" y="3275"/>
                    <a:pt x="3471" y="3275"/>
                  </a:cubicBezTo>
                  <a:cubicBezTo>
                    <a:pt x="3498" y="3275"/>
                    <a:pt x="3525" y="3248"/>
                    <a:pt x="3525" y="3221"/>
                  </a:cubicBezTo>
                  <a:cubicBezTo>
                    <a:pt x="3525" y="3212"/>
                    <a:pt x="3516" y="3195"/>
                    <a:pt x="3516" y="3186"/>
                  </a:cubicBezTo>
                  <a:lnTo>
                    <a:pt x="3810" y="2909"/>
                  </a:lnTo>
                  <a:lnTo>
                    <a:pt x="4096" y="2909"/>
                  </a:lnTo>
                  <a:cubicBezTo>
                    <a:pt x="4122" y="2927"/>
                    <a:pt x="4140" y="2945"/>
                    <a:pt x="4149" y="2972"/>
                  </a:cubicBezTo>
                  <a:cubicBezTo>
                    <a:pt x="4176" y="2998"/>
                    <a:pt x="4194" y="3025"/>
                    <a:pt x="4212" y="3052"/>
                  </a:cubicBezTo>
                  <a:lnTo>
                    <a:pt x="3623" y="3605"/>
                  </a:lnTo>
                  <a:lnTo>
                    <a:pt x="3623" y="4470"/>
                  </a:lnTo>
                  <a:lnTo>
                    <a:pt x="3382" y="4470"/>
                  </a:lnTo>
                  <a:lnTo>
                    <a:pt x="3382" y="3944"/>
                  </a:lnTo>
                  <a:lnTo>
                    <a:pt x="3373" y="3935"/>
                  </a:lnTo>
                  <a:lnTo>
                    <a:pt x="3061" y="3641"/>
                  </a:lnTo>
                  <a:lnTo>
                    <a:pt x="2204" y="3641"/>
                  </a:lnTo>
                  <a:lnTo>
                    <a:pt x="1401" y="2802"/>
                  </a:lnTo>
                  <a:lnTo>
                    <a:pt x="1401" y="2053"/>
                  </a:lnTo>
                  <a:lnTo>
                    <a:pt x="1393" y="2053"/>
                  </a:lnTo>
                  <a:cubicBezTo>
                    <a:pt x="1455" y="2035"/>
                    <a:pt x="1500" y="1972"/>
                    <a:pt x="1500" y="1901"/>
                  </a:cubicBezTo>
                  <a:lnTo>
                    <a:pt x="1500" y="1821"/>
                  </a:lnTo>
                  <a:close/>
                  <a:moveTo>
                    <a:pt x="4229" y="3070"/>
                  </a:moveTo>
                  <a:cubicBezTo>
                    <a:pt x="4292" y="3168"/>
                    <a:pt x="4354" y="3275"/>
                    <a:pt x="4417" y="3400"/>
                  </a:cubicBezTo>
                  <a:lnTo>
                    <a:pt x="3837" y="3926"/>
                  </a:lnTo>
                  <a:lnTo>
                    <a:pt x="3837" y="4470"/>
                  </a:lnTo>
                  <a:lnTo>
                    <a:pt x="3864" y="4470"/>
                  </a:lnTo>
                  <a:lnTo>
                    <a:pt x="3864" y="3935"/>
                  </a:lnTo>
                  <a:lnTo>
                    <a:pt x="4426" y="3418"/>
                  </a:lnTo>
                  <a:cubicBezTo>
                    <a:pt x="4461" y="3471"/>
                    <a:pt x="4488" y="3534"/>
                    <a:pt x="4515" y="3596"/>
                  </a:cubicBezTo>
                  <a:lnTo>
                    <a:pt x="4176" y="3899"/>
                  </a:lnTo>
                  <a:lnTo>
                    <a:pt x="4176" y="4113"/>
                  </a:lnTo>
                  <a:cubicBezTo>
                    <a:pt x="4149" y="4122"/>
                    <a:pt x="4131" y="4140"/>
                    <a:pt x="4131" y="4167"/>
                  </a:cubicBezTo>
                  <a:cubicBezTo>
                    <a:pt x="4131" y="4194"/>
                    <a:pt x="4149" y="4220"/>
                    <a:pt x="4185" y="4220"/>
                  </a:cubicBezTo>
                  <a:cubicBezTo>
                    <a:pt x="4212" y="4220"/>
                    <a:pt x="4238" y="4194"/>
                    <a:pt x="4238" y="4167"/>
                  </a:cubicBezTo>
                  <a:cubicBezTo>
                    <a:pt x="4238" y="4140"/>
                    <a:pt x="4221" y="4122"/>
                    <a:pt x="4194" y="4113"/>
                  </a:cubicBezTo>
                  <a:lnTo>
                    <a:pt x="4194" y="3908"/>
                  </a:lnTo>
                  <a:lnTo>
                    <a:pt x="4524" y="3605"/>
                  </a:lnTo>
                  <a:cubicBezTo>
                    <a:pt x="4676" y="3917"/>
                    <a:pt x="4800" y="4256"/>
                    <a:pt x="4872" y="4533"/>
                  </a:cubicBezTo>
                  <a:lnTo>
                    <a:pt x="4658" y="4533"/>
                  </a:lnTo>
                  <a:lnTo>
                    <a:pt x="4577" y="4658"/>
                  </a:lnTo>
                  <a:lnTo>
                    <a:pt x="4051" y="4658"/>
                  </a:lnTo>
                  <a:lnTo>
                    <a:pt x="4051" y="4675"/>
                  </a:lnTo>
                  <a:lnTo>
                    <a:pt x="4595" y="4675"/>
                  </a:lnTo>
                  <a:lnTo>
                    <a:pt x="4667" y="4551"/>
                  </a:lnTo>
                  <a:lnTo>
                    <a:pt x="4881" y="4551"/>
                  </a:lnTo>
                  <a:cubicBezTo>
                    <a:pt x="4899" y="4613"/>
                    <a:pt x="4916" y="4675"/>
                    <a:pt x="4925" y="4738"/>
                  </a:cubicBezTo>
                  <a:cubicBezTo>
                    <a:pt x="4925" y="4782"/>
                    <a:pt x="4934" y="4827"/>
                    <a:pt x="4934" y="4881"/>
                  </a:cubicBezTo>
                  <a:lnTo>
                    <a:pt x="4051" y="4881"/>
                  </a:lnTo>
                  <a:lnTo>
                    <a:pt x="4051" y="4693"/>
                  </a:lnTo>
                  <a:cubicBezTo>
                    <a:pt x="4051" y="4568"/>
                    <a:pt x="3953" y="4470"/>
                    <a:pt x="3837" y="4470"/>
                  </a:cubicBezTo>
                  <a:lnTo>
                    <a:pt x="3641" y="4470"/>
                  </a:lnTo>
                  <a:lnTo>
                    <a:pt x="3641" y="3614"/>
                  </a:lnTo>
                  <a:lnTo>
                    <a:pt x="4229" y="3070"/>
                  </a:lnTo>
                  <a:close/>
                  <a:moveTo>
                    <a:pt x="804" y="2053"/>
                  </a:moveTo>
                  <a:lnTo>
                    <a:pt x="804" y="2811"/>
                  </a:lnTo>
                  <a:lnTo>
                    <a:pt x="1660" y="3658"/>
                  </a:lnTo>
                  <a:lnTo>
                    <a:pt x="1660" y="4533"/>
                  </a:lnTo>
                  <a:lnTo>
                    <a:pt x="1303" y="4881"/>
                  </a:lnTo>
                  <a:lnTo>
                    <a:pt x="866" y="4881"/>
                  </a:lnTo>
                  <a:lnTo>
                    <a:pt x="866" y="4898"/>
                  </a:lnTo>
                  <a:lnTo>
                    <a:pt x="1312" y="4898"/>
                  </a:lnTo>
                  <a:lnTo>
                    <a:pt x="1321" y="4890"/>
                  </a:lnTo>
                  <a:lnTo>
                    <a:pt x="1678" y="4542"/>
                  </a:lnTo>
                  <a:lnTo>
                    <a:pt x="1678" y="3650"/>
                  </a:lnTo>
                  <a:lnTo>
                    <a:pt x="822" y="2802"/>
                  </a:lnTo>
                  <a:lnTo>
                    <a:pt x="822" y="2053"/>
                  </a:lnTo>
                  <a:close/>
                  <a:moveTo>
                    <a:pt x="4943" y="4898"/>
                  </a:moveTo>
                  <a:cubicBezTo>
                    <a:pt x="4943" y="4970"/>
                    <a:pt x="4952" y="5050"/>
                    <a:pt x="4952" y="5130"/>
                  </a:cubicBezTo>
                  <a:lnTo>
                    <a:pt x="4051" y="5130"/>
                  </a:lnTo>
                  <a:lnTo>
                    <a:pt x="4051" y="4898"/>
                  </a:lnTo>
                  <a:close/>
                  <a:moveTo>
                    <a:pt x="4952" y="5148"/>
                  </a:moveTo>
                  <a:cubicBezTo>
                    <a:pt x="4952" y="5255"/>
                    <a:pt x="4952" y="5371"/>
                    <a:pt x="4952" y="5478"/>
                  </a:cubicBezTo>
                  <a:lnTo>
                    <a:pt x="4720" y="5478"/>
                  </a:lnTo>
                  <a:lnTo>
                    <a:pt x="4613" y="5362"/>
                  </a:lnTo>
                  <a:lnTo>
                    <a:pt x="4051" y="5362"/>
                  </a:lnTo>
                  <a:lnTo>
                    <a:pt x="4051" y="5148"/>
                  </a:lnTo>
                  <a:close/>
                  <a:moveTo>
                    <a:pt x="4051" y="5371"/>
                  </a:moveTo>
                  <a:lnTo>
                    <a:pt x="4051" y="5380"/>
                  </a:lnTo>
                  <a:lnTo>
                    <a:pt x="4604" y="5380"/>
                  </a:lnTo>
                  <a:lnTo>
                    <a:pt x="4711" y="5496"/>
                  </a:lnTo>
                  <a:lnTo>
                    <a:pt x="4952" y="5496"/>
                  </a:lnTo>
                  <a:cubicBezTo>
                    <a:pt x="4952" y="5559"/>
                    <a:pt x="4943" y="5621"/>
                    <a:pt x="4943" y="5675"/>
                  </a:cubicBezTo>
                  <a:lnTo>
                    <a:pt x="4765" y="5675"/>
                  </a:lnTo>
                  <a:lnTo>
                    <a:pt x="4693" y="5612"/>
                  </a:lnTo>
                  <a:cubicBezTo>
                    <a:pt x="4693" y="5612"/>
                    <a:pt x="4702" y="5612"/>
                    <a:pt x="4702" y="5603"/>
                  </a:cubicBezTo>
                  <a:cubicBezTo>
                    <a:pt x="4711" y="5585"/>
                    <a:pt x="4702" y="5550"/>
                    <a:pt x="4676" y="5532"/>
                  </a:cubicBezTo>
                  <a:cubicBezTo>
                    <a:pt x="4669" y="5530"/>
                    <a:pt x="4662" y="5528"/>
                    <a:pt x="4654" y="5528"/>
                  </a:cubicBezTo>
                  <a:cubicBezTo>
                    <a:pt x="4633" y="5528"/>
                    <a:pt x="4611" y="5539"/>
                    <a:pt x="4604" y="5559"/>
                  </a:cubicBezTo>
                  <a:cubicBezTo>
                    <a:pt x="4586" y="5585"/>
                    <a:pt x="4604" y="5621"/>
                    <a:pt x="4631" y="5630"/>
                  </a:cubicBezTo>
                  <a:cubicBezTo>
                    <a:pt x="4638" y="5634"/>
                    <a:pt x="4646" y="5636"/>
                    <a:pt x="4653" y="5636"/>
                  </a:cubicBezTo>
                  <a:cubicBezTo>
                    <a:pt x="4664" y="5636"/>
                    <a:pt x="4674" y="5632"/>
                    <a:pt x="4684" y="5621"/>
                  </a:cubicBezTo>
                  <a:lnTo>
                    <a:pt x="4765" y="5692"/>
                  </a:lnTo>
                  <a:lnTo>
                    <a:pt x="4943" y="5692"/>
                  </a:lnTo>
                  <a:cubicBezTo>
                    <a:pt x="4943" y="5737"/>
                    <a:pt x="4934" y="5773"/>
                    <a:pt x="4934" y="5817"/>
                  </a:cubicBezTo>
                  <a:lnTo>
                    <a:pt x="4649" y="5817"/>
                  </a:lnTo>
                  <a:lnTo>
                    <a:pt x="4568" y="5728"/>
                  </a:lnTo>
                  <a:cubicBezTo>
                    <a:pt x="4568" y="5728"/>
                    <a:pt x="4568" y="5728"/>
                    <a:pt x="4577" y="5719"/>
                  </a:cubicBezTo>
                  <a:cubicBezTo>
                    <a:pt x="4586" y="5692"/>
                    <a:pt x="4577" y="5666"/>
                    <a:pt x="4551" y="5648"/>
                  </a:cubicBezTo>
                  <a:cubicBezTo>
                    <a:pt x="4544" y="5646"/>
                    <a:pt x="4537" y="5644"/>
                    <a:pt x="4529" y="5644"/>
                  </a:cubicBezTo>
                  <a:cubicBezTo>
                    <a:pt x="4508" y="5644"/>
                    <a:pt x="4486" y="5655"/>
                    <a:pt x="4479" y="5675"/>
                  </a:cubicBezTo>
                  <a:cubicBezTo>
                    <a:pt x="4461" y="5701"/>
                    <a:pt x="4479" y="5737"/>
                    <a:pt x="4497" y="5746"/>
                  </a:cubicBezTo>
                  <a:cubicBezTo>
                    <a:pt x="4510" y="5750"/>
                    <a:pt x="4522" y="5753"/>
                    <a:pt x="4532" y="5753"/>
                  </a:cubicBezTo>
                  <a:cubicBezTo>
                    <a:pt x="4542" y="5753"/>
                    <a:pt x="4551" y="5750"/>
                    <a:pt x="4560" y="5746"/>
                  </a:cubicBezTo>
                  <a:lnTo>
                    <a:pt x="4640" y="5835"/>
                  </a:lnTo>
                  <a:lnTo>
                    <a:pt x="4934" y="5835"/>
                  </a:lnTo>
                  <a:cubicBezTo>
                    <a:pt x="4925" y="5862"/>
                    <a:pt x="4925" y="5898"/>
                    <a:pt x="4916" y="5924"/>
                  </a:cubicBezTo>
                  <a:lnTo>
                    <a:pt x="4542" y="5924"/>
                  </a:lnTo>
                  <a:lnTo>
                    <a:pt x="4461" y="5853"/>
                  </a:lnTo>
                  <a:cubicBezTo>
                    <a:pt x="4479" y="5826"/>
                    <a:pt x="4461" y="5791"/>
                    <a:pt x="4435" y="5782"/>
                  </a:cubicBezTo>
                  <a:cubicBezTo>
                    <a:pt x="4427" y="5777"/>
                    <a:pt x="4420" y="5774"/>
                    <a:pt x="4412" y="5774"/>
                  </a:cubicBezTo>
                  <a:cubicBezTo>
                    <a:pt x="4394" y="5774"/>
                    <a:pt x="4376" y="5789"/>
                    <a:pt x="4363" y="5808"/>
                  </a:cubicBezTo>
                  <a:cubicBezTo>
                    <a:pt x="4354" y="5835"/>
                    <a:pt x="4363" y="5862"/>
                    <a:pt x="4390" y="5880"/>
                  </a:cubicBezTo>
                  <a:cubicBezTo>
                    <a:pt x="4395" y="5882"/>
                    <a:pt x="4401" y="5883"/>
                    <a:pt x="4408" y="5883"/>
                  </a:cubicBezTo>
                  <a:cubicBezTo>
                    <a:pt x="4423" y="5883"/>
                    <a:pt x="4440" y="5877"/>
                    <a:pt x="4452" y="5871"/>
                  </a:cubicBezTo>
                  <a:lnTo>
                    <a:pt x="4533" y="5942"/>
                  </a:lnTo>
                  <a:lnTo>
                    <a:pt x="4916" y="5942"/>
                  </a:lnTo>
                  <a:cubicBezTo>
                    <a:pt x="4916" y="5960"/>
                    <a:pt x="4907" y="5978"/>
                    <a:pt x="4907" y="6005"/>
                  </a:cubicBezTo>
                  <a:cubicBezTo>
                    <a:pt x="4899" y="6022"/>
                    <a:pt x="4899" y="6049"/>
                    <a:pt x="4890" y="6067"/>
                  </a:cubicBezTo>
                  <a:lnTo>
                    <a:pt x="4328" y="6067"/>
                  </a:lnTo>
                  <a:lnTo>
                    <a:pt x="4221" y="5969"/>
                  </a:lnTo>
                  <a:cubicBezTo>
                    <a:pt x="4229" y="5960"/>
                    <a:pt x="4229" y="5960"/>
                    <a:pt x="4229" y="5960"/>
                  </a:cubicBezTo>
                  <a:cubicBezTo>
                    <a:pt x="4247" y="5933"/>
                    <a:pt x="4229" y="5898"/>
                    <a:pt x="4203" y="5889"/>
                  </a:cubicBezTo>
                  <a:cubicBezTo>
                    <a:pt x="4193" y="5882"/>
                    <a:pt x="4184" y="5879"/>
                    <a:pt x="4175" y="5879"/>
                  </a:cubicBezTo>
                  <a:cubicBezTo>
                    <a:pt x="4158" y="5879"/>
                    <a:pt x="4143" y="5889"/>
                    <a:pt x="4131" y="5907"/>
                  </a:cubicBezTo>
                  <a:cubicBezTo>
                    <a:pt x="4122" y="5933"/>
                    <a:pt x="4131" y="5969"/>
                    <a:pt x="4158" y="5978"/>
                  </a:cubicBezTo>
                  <a:cubicBezTo>
                    <a:pt x="4167" y="5982"/>
                    <a:pt x="4176" y="5985"/>
                    <a:pt x="4185" y="5985"/>
                  </a:cubicBezTo>
                  <a:cubicBezTo>
                    <a:pt x="4194" y="5985"/>
                    <a:pt x="4203" y="5982"/>
                    <a:pt x="4212" y="5978"/>
                  </a:cubicBezTo>
                  <a:lnTo>
                    <a:pt x="4319" y="6085"/>
                  </a:lnTo>
                  <a:lnTo>
                    <a:pt x="4890" y="6085"/>
                  </a:lnTo>
                  <a:cubicBezTo>
                    <a:pt x="4881" y="6121"/>
                    <a:pt x="4863" y="6156"/>
                    <a:pt x="4854" y="6192"/>
                  </a:cubicBezTo>
                  <a:lnTo>
                    <a:pt x="4122" y="6192"/>
                  </a:lnTo>
                  <a:lnTo>
                    <a:pt x="3882" y="5924"/>
                  </a:lnTo>
                  <a:lnTo>
                    <a:pt x="3882" y="5576"/>
                  </a:lnTo>
                  <a:lnTo>
                    <a:pt x="3864" y="5576"/>
                  </a:lnTo>
                  <a:lnTo>
                    <a:pt x="3864" y="5933"/>
                  </a:lnTo>
                  <a:lnTo>
                    <a:pt x="4113" y="6210"/>
                  </a:lnTo>
                  <a:lnTo>
                    <a:pt x="4854" y="6210"/>
                  </a:lnTo>
                  <a:cubicBezTo>
                    <a:pt x="4827" y="6272"/>
                    <a:pt x="4809" y="6335"/>
                    <a:pt x="4783" y="6406"/>
                  </a:cubicBezTo>
                  <a:lnTo>
                    <a:pt x="4783" y="6397"/>
                  </a:lnTo>
                  <a:lnTo>
                    <a:pt x="4087" y="6397"/>
                  </a:lnTo>
                  <a:lnTo>
                    <a:pt x="3641" y="5960"/>
                  </a:lnTo>
                  <a:lnTo>
                    <a:pt x="3641" y="5576"/>
                  </a:lnTo>
                  <a:lnTo>
                    <a:pt x="3837" y="5576"/>
                  </a:lnTo>
                  <a:cubicBezTo>
                    <a:pt x="3953" y="5576"/>
                    <a:pt x="4042" y="5487"/>
                    <a:pt x="4051" y="5371"/>
                  </a:cubicBezTo>
                  <a:close/>
                  <a:moveTo>
                    <a:pt x="3623" y="5576"/>
                  </a:moveTo>
                  <a:lnTo>
                    <a:pt x="3623" y="5969"/>
                  </a:lnTo>
                  <a:lnTo>
                    <a:pt x="4078" y="6415"/>
                  </a:lnTo>
                  <a:lnTo>
                    <a:pt x="4774" y="6415"/>
                  </a:lnTo>
                  <a:cubicBezTo>
                    <a:pt x="4756" y="6486"/>
                    <a:pt x="4729" y="6558"/>
                    <a:pt x="4702" y="6620"/>
                  </a:cubicBezTo>
                  <a:lnTo>
                    <a:pt x="4060" y="6620"/>
                  </a:lnTo>
                  <a:lnTo>
                    <a:pt x="3400" y="5924"/>
                  </a:lnTo>
                  <a:lnTo>
                    <a:pt x="3400" y="5576"/>
                  </a:lnTo>
                  <a:close/>
                  <a:moveTo>
                    <a:pt x="3382" y="5576"/>
                  </a:moveTo>
                  <a:lnTo>
                    <a:pt x="3382" y="5933"/>
                  </a:lnTo>
                  <a:lnTo>
                    <a:pt x="4051" y="6638"/>
                  </a:lnTo>
                  <a:lnTo>
                    <a:pt x="4693" y="6638"/>
                  </a:lnTo>
                  <a:cubicBezTo>
                    <a:pt x="4667" y="6709"/>
                    <a:pt x="4640" y="6790"/>
                    <a:pt x="4613" y="6861"/>
                  </a:cubicBezTo>
                  <a:lnTo>
                    <a:pt x="4060" y="6861"/>
                  </a:lnTo>
                  <a:lnTo>
                    <a:pt x="3168" y="5951"/>
                  </a:lnTo>
                  <a:lnTo>
                    <a:pt x="3177" y="5576"/>
                  </a:lnTo>
                  <a:close/>
                  <a:moveTo>
                    <a:pt x="4533" y="8262"/>
                  </a:moveTo>
                  <a:cubicBezTo>
                    <a:pt x="4542" y="8297"/>
                    <a:pt x="4542" y="8342"/>
                    <a:pt x="4551" y="8378"/>
                  </a:cubicBezTo>
                  <a:lnTo>
                    <a:pt x="4238" y="8378"/>
                  </a:lnTo>
                  <a:lnTo>
                    <a:pt x="4051" y="8503"/>
                  </a:lnTo>
                  <a:lnTo>
                    <a:pt x="3659" y="8503"/>
                  </a:lnTo>
                  <a:lnTo>
                    <a:pt x="3659" y="8413"/>
                  </a:lnTo>
                  <a:cubicBezTo>
                    <a:pt x="3659" y="8404"/>
                    <a:pt x="3659" y="8404"/>
                    <a:pt x="3659" y="8395"/>
                  </a:cubicBezTo>
                  <a:lnTo>
                    <a:pt x="4060" y="8395"/>
                  </a:lnTo>
                  <a:lnTo>
                    <a:pt x="4247" y="8262"/>
                  </a:lnTo>
                  <a:close/>
                  <a:moveTo>
                    <a:pt x="4551" y="8395"/>
                  </a:moveTo>
                  <a:cubicBezTo>
                    <a:pt x="4560" y="8511"/>
                    <a:pt x="4560" y="8619"/>
                    <a:pt x="4560" y="8717"/>
                  </a:cubicBezTo>
                  <a:lnTo>
                    <a:pt x="4212" y="8717"/>
                  </a:lnTo>
                  <a:lnTo>
                    <a:pt x="4087" y="8592"/>
                  </a:lnTo>
                  <a:lnTo>
                    <a:pt x="3659" y="8592"/>
                  </a:lnTo>
                  <a:lnTo>
                    <a:pt x="3659" y="8520"/>
                  </a:lnTo>
                  <a:lnTo>
                    <a:pt x="4060" y="8520"/>
                  </a:lnTo>
                  <a:lnTo>
                    <a:pt x="4247" y="8395"/>
                  </a:lnTo>
                  <a:close/>
                  <a:moveTo>
                    <a:pt x="4078" y="8610"/>
                  </a:moveTo>
                  <a:lnTo>
                    <a:pt x="4203" y="8734"/>
                  </a:lnTo>
                  <a:lnTo>
                    <a:pt x="4560" y="8734"/>
                  </a:lnTo>
                  <a:cubicBezTo>
                    <a:pt x="4551" y="8761"/>
                    <a:pt x="4551" y="8797"/>
                    <a:pt x="4551" y="8824"/>
                  </a:cubicBezTo>
                  <a:lnTo>
                    <a:pt x="4212" y="8824"/>
                  </a:lnTo>
                  <a:lnTo>
                    <a:pt x="4060" y="8690"/>
                  </a:lnTo>
                  <a:lnTo>
                    <a:pt x="3659" y="8690"/>
                  </a:lnTo>
                  <a:lnTo>
                    <a:pt x="3659" y="8610"/>
                  </a:lnTo>
                  <a:close/>
                  <a:moveTo>
                    <a:pt x="322" y="8333"/>
                  </a:moveTo>
                  <a:lnTo>
                    <a:pt x="679" y="8699"/>
                  </a:lnTo>
                  <a:lnTo>
                    <a:pt x="679" y="9002"/>
                  </a:lnTo>
                  <a:lnTo>
                    <a:pt x="581" y="9002"/>
                  </a:lnTo>
                  <a:lnTo>
                    <a:pt x="581" y="8761"/>
                  </a:lnTo>
                  <a:lnTo>
                    <a:pt x="322" y="8529"/>
                  </a:lnTo>
                  <a:lnTo>
                    <a:pt x="37" y="8529"/>
                  </a:lnTo>
                  <a:lnTo>
                    <a:pt x="37" y="8333"/>
                  </a:lnTo>
                  <a:close/>
                  <a:moveTo>
                    <a:pt x="322" y="8181"/>
                  </a:moveTo>
                  <a:lnTo>
                    <a:pt x="857" y="8699"/>
                  </a:lnTo>
                  <a:lnTo>
                    <a:pt x="857" y="9002"/>
                  </a:lnTo>
                  <a:lnTo>
                    <a:pt x="697" y="9002"/>
                  </a:lnTo>
                  <a:lnTo>
                    <a:pt x="697" y="8699"/>
                  </a:lnTo>
                  <a:lnTo>
                    <a:pt x="331" y="8315"/>
                  </a:lnTo>
                  <a:lnTo>
                    <a:pt x="37" y="8315"/>
                  </a:lnTo>
                  <a:lnTo>
                    <a:pt x="37" y="8181"/>
                  </a:lnTo>
                  <a:close/>
                  <a:moveTo>
                    <a:pt x="706" y="1856"/>
                  </a:moveTo>
                  <a:lnTo>
                    <a:pt x="706" y="1901"/>
                  </a:lnTo>
                  <a:cubicBezTo>
                    <a:pt x="706" y="1972"/>
                    <a:pt x="750" y="2035"/>
                    <a:pt x="822" y="2053"/>
                  </a:cubicBezTo>
                  <a:cubicBezTo>
                    <a:pt x="831" y="2053"/>
                    <a:pt x="848" y="2062"/>
                    <a:pt x="857" y="2062"/>
                  </a:cubicBezTo>
                  <a:lnTo>
                    <a:pt x="964" y="2062"/>
                  </a:lnTo>
                  <a:lnTo>
                    <a:pt x="964" y="2802"/>
                  </a:lnTo>
                  <a:lnTo>
                    <a:pt x="1812" y="3658"/>
                  </a:lnTo>
                  <a:lnTo>
                    <a:pt x="1812" y="4747"/>
                  </a:lnTo>
                  <a:lnTo>
                    <a:pt x="1455" y="5077"/>
                  </a:lnTo>
                  <a:lnTo>
                    <a:pt x="866" y="5077"/>
                  </a:lnTo>
                  <a:lnTo>
                    <a:pt x="866" y="5095"/>
                  </a:lnTo>
                  <a:lnTo>
                    <a:pt x="1464" y="5095"/>
                  </a:lnTo>
                  <a:lnTo>
                    <a:pt x="1830" y="4756"/>
                  </a:lnTo>
                  <a:lnTo>
                    <a:pt x="1830" y="3650"/>
                  </a:lnTo>
                  <a:lnTo>
                    <a:pt x="982" y="2793"/>
                  </a:lnTo>
                  <a:lnTo>
                    <a:pt x="982" y="2062"/>
                  </a:lnTo>
                  <a:lnTo>
                    <a:pt x="1098" y="2062"/>
                  </a:lnTo>
                  <a:lnTo>
                    <a:pt x="1098" y="2811"/>
                  </a:lnTo>
                  <a:lnTo>
                    <a:pt x="1098" y="2820"/>
                  </a:lnTo>
                  <a:lnTo>
                    <a:pt x="1946" y="3658"/>
                  </a:lnTo>
                  <a:lnTo>
                    <a:pt x="1946" y="4916"/>
                  </a:lnTo>
                  <a:lnTo>
                    <a:pt x="1589" y="5282"/>
                  </a:lnTo>
                  <a:lnTo>
                    <a:pt x="866" y="5282"/>
                  </a:lnTo>
                  <a:lnTo>
                    <a:pt x="866" y="5300"/>
                  </a:lnTo>
                  <a:lnTo>
                    <a:pt x="1607" y="5300"/>
                  </a:lnTo>
                  <a:lnTo>
                    <a:pt x="1964" y="4925"/>
                  </a:lnTo>
                  <a:lnTo>
                    <a:pt x="1964" y="3650"/>
                  </a:lnTo>
                  <a:lnTo>
                    <a:pt x="1964" y="3641"/>
                  </a:lnTo>
                  <a:lnTo>
                    <a:pt x="1116" y="2802"/>
                  </a:lnTo>
                  <a:lnTo>
                    <a:pt x="1116" y="2062"/>
                  </a:lnTo>
                  <a:lnTo>
                    <a:pt x="1232" y="2062"/>
                  </a:lnTo>
                  <a:lnTo>
                    <a:pt x="1232" y="2811"/>
                  </a:lnTo>
                  <a:lnTo>
                    <a:pt x="2276" y="3864"/>
                  </a:lnTo>
                  <a:lnTo>
                    <a:pt x="3007" y="3864"/>
                  </a:lnTo>
                  <a:lnTo>
                    <a:pt x="3132" y="3980"/>
                  </a:lnTo>
                  <a:lnTo>
                    <a:pt x="3132" y="4470"/>
                  </a:lnTo>
                  <a:lnTo>
                    <a:pt x="3150" y="4470"/>
                  </a:lnTo>
                  <a:lnTo>
                    <a:pt x="3150" y="3971"/>
                  </a:lnTo>
                  <a:lnTo>
                    <a:pt x="3016" y="3846"/>
                  </a:lnTo>
                  <a:lnTo>
                    <a:pt x="2285" y="3846"/>
                  </a:lnTo>
                  <a:lnTo>
                    <a:pt x="1250" y="2802"/>
                  </a:lnTo>
                  <a:lnTo>
                    <a:pt x="1250" y="2062"/>
                  </a:lnTo>
                  <a:lnTo>
                    <a:pt x="1348" y="2062"/>
                  </a:lnTo>
                  <a:cubicBezTo>
                    <a:pt x="1357" y="2062"/>
                    <a:pt x="1375" y="2053"/>
                    <a:pt x="1384" y="2053"/>
                  </a:cubicBezTo>
                  <a:lnTo>
                    <a:pt x="1384" y="2811"/>
                  </a:lnTo>
                  <a:lnTo>
                    <a:pt x="2195" y="3658"/>
                  </a:lnTo>
                  <a:lnTo>
                    <a:pt x="3052" y="3658"/>
                  </a:lnTo>
                  <a:lnTo>
                    <a:pt x="3364" y="3953"/>
                  </a:lnTo>
                  <a:lnTo>
                    <a:pt x="3364" y="4470"/>
                  </a:lnTo>
                  <a:lnTo>
                    <a:pt x="3168" y="4470"/>
                  </a:lnTo>
                  <a:cubicBezTo>
                    <a:pt x="3043" y="4470"/>
                    <a:pt x="2945" y="4568"/>
                    <a:pt x="2945" y="4693"/>
                  </a:cubicBezTo>
                  <a:lnTo>
                    <a:pt x="2945" y="4684"/>
                  </a:lnTo>
                  <a:lnTo>
                    <a:pt x="2401" y="4684"/>
                  </a:lnTo>
                  <a:lnTo>
                    <a:pt x="1571" y="5523"/>
                  </a:lnTo>
                  <a:lnTo>
                    <a:pt x="866" y="5523"/>
                  </a:lnTo>
                  <a:lnTo>
                    <a:pt x="866" y="5541"/>
                  </a:lnTo>
                  <a:lnTo>
                    <a:pt x="1580" y="5541"/>
                  </a:lnTo>
                  <a:lnTo>
                    <a:pt x="1580" y="5532"/>
                  </a:lnTo>
                  <a:lnTo>
                    <a:pt x="2410" y="4702"/>
                  </a:lnTo>
                  <a:lnTo>
                    <a:pt x="2945" y="4702"/>
                  </a:lnTo>
                  <a:lnTo>
                    <a:pt x="2945" y="4979"/>
                  </a:lnTo>
                  <a:lnTo>
                    <a:pt x="2401" y="4979"/>
                  </a:lnTo>
                  <a:lnTo>
                    <a:pt x="2392" y="4988"/>
                  </a:lnTo>
                  <a:lnTo>
                    <a:pt x="1625" y="5755"/>
                  </a:lnTo>
                  <a:lnTo>
                    <a:pt x="866" y="5755"/>
                  </a:lnTo>
                  <a:lnTo>
                    <a:pt x="866" y="5773"/>
                  </a:lnTo>
                  <a:lnTo>
                    <a:pt x="1633" y="5773"/>
                  </a:lnTo>
                  <a:lnTo>
                    <a:pt x="2401" y="4997"/>
                  </a:lnTo>
                  <a:lnTo>
                    <a:pt x="2945" y="4997"/>
                  </a:lnTo>
                  <a:lnTo>
                    <a:pt x="2945" y="5220"/>
                  </a:lnTo>
                  <a:lnTo>
                    <a:pt x="2499" y="5220"/>
                  </a:lnTo>
                  <a:lnTo>
                    <a:pt x="2249" y="5452"/>
                  </a:lnTo>
                  <a:cubicBezTo>
                    <a:pt x="2240" y="5443"/>
                    <a:pt x="2231" y="5434"/>
                    <a:pt x="2222" y="5434"/>
                  </a:cubicBezTo>
                  <a:cubicBezTo>
                    <a:pt x="2187" y="5434"/>
                    <a:pt x="2169" y="5460"/>
                    <a:pt x="2169" y="5487"/>
                  </a:cubicBezTo>
                  <a:cubicBezTo>
                    <a:pt x="2169" y="5523"/>
                    <a:pt x="2187" y="5541"/>
                    <a:pt x="2222" y="5541"/>
                  </a:cubicBezTo>
                  <a:cubicBezTo>
                    <a:pt x="2249" y="5541"/>
                    <a:pt x="2276" y="5523"/>
                    <a:pt x="2276" y="5487"/>
                  </a:cubicBezTo>
                  <a:cubicBezTo>
                    <a:pt x="2276" y="5478"/>
                    <a:pt x="2267" y="5469"/>
                    <a:pt x="2267" y="5460"/>
                  </a:cubicBezTo>
                  <a:lnTo>
                    <a:pt x="2508" y="5237"/>
                  </a:lnTo>
                  <a:lnTo>
                    <a:pt x="2945" y="5237"/>
                  </a:lnTo>
                  <a:lnTo>
                    <a:pt x="2945" y="5362"/>
                  </a:lnTo>
                  <a:cubicBezTo>
                    <a:pt x="2945" y="5389"/>
                    <a:pt x="2954" y="5416"/>
                    <a:pt x="2963" y="5443"/>
                  </a:cubicBezTo>
                  <a:lnTo>
                    <a:pt x="2517" y="5443"/>
                  </a:lnTo>
                  <a:lnTo>
                    <a:pt x="2160" y="5782"/>
                  </a:lnTo>
                  <a:cubicBezTo>
                    <a:pt x="2151" y="5773"/>
                    <a:pt x="2142" y="5773"/>
                    <a:pt x="2133" y="5773"/>
                  </a:cubicBezTo>
                  <a:cubicBezTo>
                    <a:pt x="2097" y="5773"/>
                    <a:pt x="2079" y="5791"/>
                    <a:pt x="2079" y="5826"/>
                  </a:cubicBezTo>
                  <a:cubicBezTo>
                    <a:pt x="2079" y="5853"/>
                    <a:pt x="2097" y="5880"/>
                    <a:pt x="2133" y="5880"/>
                  </a:cubicBezTo>
                  <a:cubicBezTo>
                    <a:pt x="2160" y="5880"/>
                    <a:pt x="2187" y="5853"/>
                    <a:pt x="2187" y="5826"/>
                  </a:cubicBezTo>
                  <a:cubicBezTo>
                    <a:pt x="2187" y="5808"/>
                    <a:pt x="2178" y="5799"/>
                    <a:pt x="2169" y="5791"/>
                  </a:cubicBezTo>
                  <a:lnTo>
                    <a:pt x="2526" y="5460"/>
                  </a:lnTo>
                  <a:lnTo>
                    <a:pt x="2972" y="5460"/>
                  </a:lnTo>
                  <a:lnTo>
                    <a:pt x="2972" y="5452"/>
                  </a:lnTo>
                  <a:cubicBezTo>
                    <a:pt x="2998" y="5523"/>
                    <a:pt x="3079" y="5576"/>
                    <a:pt x="3168" y="5576"/>
                  </a:cubicBezTo>
                  <a:lnTo>
                    <a:pt x="3159" y="5576"/>
                  </a:lnTo>
                  <a:lnTo>
                    <a:pt x="3150" y="5951"/>
                  </a:lnTo>
                  <a:lnTo>
                    <a:pt x="3159" y="5960"/>
                  </a:lnTo>
                  <a:lnTo>
                    <a:pt x="4051" y="6879"/>
                  </a:lnTo>
                  <a:lnTo>
                    <a:pt x="4604" y="6879"/>
                  </a:lnTo>
                  <a:cubicBezTo>
                    <a:pt x="4586" y="6941"/>
                    <a:pt x="4560" y="6995"/>
                    <a:pt x="4542" y="7048"/>
                  </a:cubicBezTo>
                  <a:lnTo>
                    <a:pt x="3962" y="7048"/>
                  </a:lnTo>
                  <a:lnTo>
                    <a:pt x="3212" y="6281"/>
                  </a:lnTo>
                  <a:cubicBezTo>
                    <a:pt x="3221" y="6254"/>
                    <a:pt x="3212" y="6219"/>
                    <a:pt x="3186" y="6210"/>
                  </a:cubicBezTo>
                  <a:cubicBezTo>
                    <a:pt x="3176" y="6204"/>
                    <a:pt x="3166" y="6201"/>
                    <a:pt x="3155" y="6201"/>
                  </a:cubicBezTo>
                  <a:cubicBezTo>
                    <a:pt x="3137" y="6201"/>
                    <a:pt x="3120" y="6210"/>
                    <a:pt x="3114" y="6228"/>
                  </a:cubicBezTo>
                  <a:cubicBezTo>
                    <a:pt x="3096" y="6254"/>
                    <a:pt x="3114" y="6290"/>
                    <a:pt x="3141" y="6299"/>
                  </a:cubicBezTo>
                  <a:cubicBezTo>
                    <a:pt x="3148" y="6303"/>
                    <a:pt x="3156" y="6305"/>
                    <a:pt x="3163" y="6305"/>
                  </a:cubicBezTo>
                  <a:cubicBezTo>
                    <a:pt x="3174" y="6305"/>
                    <a:pt x="3184" y="6301"/>
                    <a:pt x="3195" y="6290"/>
                  </a:cubicBezTo>
                  <a:lnTo>
                    <a:pt x="3953" y="7075"/>
                  </a:lnTo>
                  <a:lnTo>
                    <a:pt x="4542" y="7075"/>
                  </a:lnTo>
                  <a:cubicBezTo>
                    <a:pt x="4524" y="7129"/>
                    <a:pt x="4506" y="7191"/>
                    <a:pt x="4497" y="7236"/>
                  </a:cubicBezTo>
                  <a:lnTo>
                    <a:pt x="3810" y="7236"/>
                  </a:lnTo>
                  <a:lnTo>
                    <a:pt x="2838" y="6281"/>
                  </a:lnTo>
                  <a:cubicBezTo>
                    <a:pt x="2847" y="6272"/>
                    <a:pt x="2847" y="6263"/>
                    <a:pt x="2847" y="6254"/>
                  </a:cubicBezTo>
                  <a:cubicBezTo>
                    <a:pt x="2847" y="6228"/>
                    <a:pt x="2820" y="6201"/>
                    <a:pt x="2793" y="6201"/>
                  </a:cubicBezTo>
                  <a:cubicBezTo>
                    <a:pt x="2766" y="6201"/>
                    <a:pt x="2740" y="6228"/>
                    <a:pt x="2740" y="6254"/>
                  </a:cubicBezTo>
                  <a:cubicBezTo>
                    <a:pt x="2740" y="6281"/>
                    <a:pt x="2766" y="6308"/>
                    <a:pt x="2793" y="6308"/>
                  </a:cubicBezTo>
                  <a:cubicBezTo>
                    <a:pt x="2811" y="6308"/>
                    <a:pt x="2820" y="6299"/>
                    <a:pt x="2829" y="6290"/>
                  </a:cubicBezTo>
                  <a:lnTo>
                    <a:pt x="3801" y="7254"/>
                  </a:lnTo>
                  <a:lnTo>
                    <a:pt x="4488" y="7254"/>
                  </a:lnTo>
                  <a:cubicBezTo>
                    <a:pt x="4488" y="7271"/>
                    <a:pt x="4488" y="7280"/>
                    <a:pt x="4479" y="7289"/>
                  </a:cubicBezTo>
                  <a:cubicBezTo>
                    <a:pt x="4470" y="7334"/>
                    <a:pt x="4470" y="7396"/>
                    <a:pt x="4470" y="7450"/>
                  </a:cubicBezTo>
                  <a:lnTo>
                    <a:pt x="3685" y="7450"/>
                  </a:lnTo>
                  <a:lnTo>
                    <a:pt x="2508" y="6281"/>
                  </a:lnTo>
                  <a:cubicBezTo>
                    <a:pt x="2508" y="6272"/>
                    <a:pt x="2517" y="6263"/>
                    <a:pt x="2517" y="6254"/>
                  </a:cubicBezTo>
                  <a:cubicBezTo>
                    <a:pt x="2517" y="6228"/>
                    <a:pt x="2490" y="6201"/>
                    <a:pt x="2463" y="6201"/>
                  </a:cubicBezTo>
                  <a:cubicBezTo>
                    <a:pt x="2427" y="6201"/>
                    <a:pt x="2410" y="6228"/>
                    <a:pt x="2410" y="6254"/>
                  </a:cubicBezTo>
                  <a:cubicBezTo>
                    <a:pt x="2410" y="6281"/>
                    <a:pt x="2427" y="6308"/>
                    <a:pt x="2463" y="6308"/>
                  </a:cubicBezTo>
                  <a:cubicBezTo>
                    <a:pt x="2472" y="6308"/>
                    <a:pt x="2490" y="6299"/>
                    <a:pt x="2499" y="6290"/>
                  </a:cubicBezTo>
                  <a:lnTo>
                    <a:pt x="3676" y="7468"/>
                  </a:lnTo>
                  <a:lnTo>
                    <a:pt x="4470" y="7468"/>
                  </a:lnTo>
                  <a:cubicBezTo>
                    <a:pt x="4470" y="7503"/>
                    <a:pt x="4470" y="7539"/>
                    <a:pt x="4470" y="7575"/>
                  </a:cubicBezTo>
                  <a:lnTo>
                    <a:pt x="3899" y="7575"/>
                  </a:lnTo>
                  <a:cubicBezTo>
                    <a:pt x="3899" y="7566"/>
                    <a:pt x="3890" y="7548"/>
                    <a:pt x="3873" y="7539"/>
                  </a:cubicBezTo>
                  <a:cubicBezTo>
                    <a:pt x="3865" y="7534"/>
                    <a:pt x="3857" y="7532"/>
                    <a:pt x="3849" y="7532"/>
                  </a:cubicBezTo>
                  <a:cubicBezTo>
                    <a:pt x="3828" y="7532"/>
                    <a:pt x="3808" y="7547"/>
                    <a:pt x="3801" y="7566"/>
                  </a:cubicBezTo>
                  <a:cubicBezTo>
                    <a:pt x="3783" y="7593"/>
                    <a:pt x="3801" y="7619"/>
                    <a:pt x="3828" y="7637"/>
                  </a:cubicBezTo>
                  <a:cubicBezTo>
                    <a:pt x="3835" y="7639"/>
                    <a:pt x="3841" y="7641"/>
                    <a:pt x="3848" y="7641"/>
                  </a:cubicBezTo>
                  <a:cubicBezTo>
                    <a:pt x="3868" y="7641"/>
                    <a:pt x="3886" y="7631"/>
                    <a:pt x="3899" y="7610"/>
                  </a:cubicBezTo>
                  <a:cubicBezTo>
                    <a:pt x="3899" y="7602"/>
                    <a:pt x="3899" y="7602"/>
                    <a:pt x="3899" y="7593"/>
                  </a:cubicBezTo>
                  <a:lnTo>
                    <a:pt x="4470" y="7593"/>
                  </a:lnTo>
                  <a:cubicBezTo>
                    <a:pt x="4470" y="7646"/>
                    <a:pt x="4479" y="7700"/>
                    <a:pt x="4479" y="7753"/>
                  </a:cubicBezTo>
                  <a:lnTo>
                    <a:pt x="4042" y="7753"/>
                  </a:lnTo>
                  <a:cubicBezTo>
                    <a:pt x="4042" y="7735"/>
                    <a:pt x="4033" y="7717"/>
                    <a:pt x="4015" y="7709"/>
                  </a:cubicBezTo>
                  <a:cubicBezTo>
                    <a:pt x="4009" y="7706"/>
                    <a:pt x="4002" y="7705"/>
                    <a:pt x="3995" y="7705"/>
                  </a:cubicBezTo>
                  <a:cubicBezTo>
                    <a:pt x="3976" y="7705"/>
                    <a:pt x="3957" y="7715"/>
                    <a:pt x="3944" y="7735"/>
                  </a:cubicBezTo>
                  <a:cubicBezTo>
                    <a:pt x="3935" y="7762"/>
                    <a:pt x="3944" y="7789"/>
                    <a:pt x="3971" y="7807"/>
                  </a:cubicBezTo>
                  <a:cubicBezTo>
                    <a:pt x="3977" y="7809"/>
                    <a:pt x="3984" y="7810"/>
                    <a:pt x="3991" y="7810"/>
                  </a:cubicBezTo>
                  <a:cubicBezTo>
                    <a:pt x="4010" y="7810"/>
                    <a:pt x="4029" y="7800"/>
                    <a:pt x="4042" y="7780"/>
                  </a:cubicBezTo>
                  <a:cubicBezTo>
                    <a:pt x="4042" y="7780"/>
                    <a:pt x="4042" y="7771"/>
                    <a:pt x="4042" y="7771"/>
                  </a:cubicBezTo>
                  <a:lnTo>
                    <a:pt x="4488" y="7771"/>
                  </a:lnTo>
                  <a:cubicBezTo>
                    <a:pt x="4488" y="7816"/>
                    <a:pt x="4497" y="7869"/>
                    <a:pt x="4497" y="7923"/>
                  </a:cubicBezTo>
                  <a:lnTo>
                    <a:pt x="4176" y="7923"/>
                  </a:lnTo>
                  <a:cubicBezTo>
                    <a:pt x="4176" y="7914"/>
                    <a:pt x="4167" y="7896"/>
                    <a:pt x="4149" y="7887"/>
                  </a:cubicBezTo>
                  <a:cubicBezTo>
                    <a:pt x="4142" y="7885"/>
                    <a:pt x="4135" y="7884"/>
                    <a:pt x="4128" y="7884"/>
                  </a:cubicBezTo>
                  <a:cubicBezTo>
                    <a:pt x="4106" y="7884"/>
                    <a:pt x="4084" y="7894"/>
                    <a:pt x="4078" y="7914"/>
                  </a:cubicBezTo>
                  <a:cubicBezTo>
                    <a:pt x="4060" y="7941"/>
                    <a:pt x="4078" y="7967"/>
                    <a:pt x="4105" y="7985"/>
                  </a:cubicBezTo>
                  <a:cubicBezTo>
                    <a:pt x="4109" y="7987"/>
                    <a:pt x="4115" y="7988"/>
                    <a:pt x="4121" y="7988"/>
                  </a:cubicBezTo>
                  <a:cubicBezTo>
                    <a:pt x="4139" y="7988"/>
                    <a:pt x="4163" y="7978"/>
                    <a:pt x="4176" y="7958"/>
                  </a:cubicBezTo>
                  <a:cubicBezTo>
                    <a:pt x="4176" y="7958"/>
                    <a:pt x="4176" y="7949"/>
                    <a:pt x="4176" y="7941"/>
                  </a:cubicBezTo>
                  <a:lnTo>
                    <a:pt x="4506" y="7941"/>
                  </a:lnTo>
                  <a:cubicBezTo>
                    <a:pt x="4506" y="7976"/>
                    <a:pt x="4506" y="8003"/>
                    <a:pt x="4515" y="8039"/>
                  </a:cubicBezTo>
                  <a:cubicBezTo>
                    <a:pt x="4515" y="8056"/>
                    <a:pt x="4515" y="8083"/>
                    <a:pt x="4515" y="8101"/>
                  </a:cubicBezTo>
                  <a:lnTo>
                    <a:pt x="4328" y="8101"/>
                  </a:lnTo>
                  <a:cubicBezTo>
                    <a:pt x="4328" y="8083"/>
                    <a:pt x="4310" y="8074"/>
                    <a:pt x="4301" y="8065"/>
                  </a:cubicBezTo>
                  <a:cubicBezTo>
                    <a:pt x="4291" y="8059"/>
                    <a:pt x="4281" y="8056"/>
                    <a:pt x="4271" y="8056"/>
                  </a:cubicBezTo>
                  <a:cubicBezTo>
                    <a:pt x="4252" y="8056"/>
                    <a:pt x="4235" y="8066"/>
                    <a:pt x="4229" y="8083"/>
                  </a:cubicBezTo>
                  <a:cubicBezTo>
                    <a:pt x="4212" y="8110"/>
                    <a:pt x="4221" y="8146"/>
                    <a:pt x="4247" y="8155"/>
                  </a:cubicBezTo>
                  <a:cubicBezTo>
                    <a:pt x="4257" y="8161"/>
                    <a:pt x="4267" y="8164"/>
                    <a:pt x="4278" y="8164"/>
                  </a:cubicBezTo>
                  <a:cubicBezTo>
                    <a:pt x="4296" y="8164"/>
                    <a:pt x="4313" y="8154"/>
                    <a:pt x="4319" y="8137"/>
                  </a:cubicBezTo>
                  <a:cubicBezTo>
                    <a:pt x="4328" y="8128"/>
                    <a:pt x="4328" y="8128"/>
                    <a:pt x="4328" y="8119"/>
                  </a:cubicBezTo>
                  <a:lnTo>
                    <a:pt x="4524" y="8119"/>
                  </a:lnTo>
                  <a:cubicBezTo>
                    <a:pt x="4524" y="8164"/>
                    <a:pt x="4533" y="8199"/>
                    <a:pt x="4533" y="8244"/>
                  </a:cubicBezTo>
                  <a:lnTo>
                    <a:pt x="4247" y="8244"/>
                  </a:lnTo>
                  <a:lnTo>
                    <a:pt x="4051" y="8378"/>
                  </a:lnTo>
                  <a:lnTo>
                    <a:pt x="3659" y="8378"/>
                  </a:lnTo>
                  <a:lnTo>
                    <a:pt x="3659" y="8387"/>
                  </a:lnTo>
                  <a:cubicBezTo>
                    <a:pt x="3650" y="8342"/>
                    <a:pt x="3605" y="8315"/>
                    <a:pt x="3560" y="8315"/>
                  </a:cubicBezTo>
                  <a:lnTo>
                    <a:pt x="3534" y="8315"/>
                  </a:lnTo>
                  <a:lnTo>
                    <a:pt x="3534" y="7753"/>
                  </a:lnTo>
                  <a:lnTo>
                    <a:pt x="1803" y="6014"/>
                  </a:lnTo>
                  <a:lnTo>
                    <a:pt x="866" y="6014"/>
                  </a:lnTo>
                  <a:lnTo>
                    <a:pt x="866" y="6031"/>
                  </a:lnTo>
                  <a:lnTo>
                    <a:pt x="1794" y="6031"/>
                  </a:lnTo>
                  <a:lnTo>
                    <a:pt x="3516" y="7762"/>
                  </a:lnTo>
                  <a:lnTo>
                    <a:pt x="3516" y="8315"/>
                  </a:lnTo>
                  <a:lnTo>
                    <a:pt x="3257" y="8315"/>
                  </a:lnTo>
                  <a:cubicBezTo>
                    <a:pt x="3212" y="8315"/>
                    <a:pt x="3177" y="8342"/>
                    <a:pt x="3168" y="8387"/>
                  </a:cubicBezTo>
                  <a:lnTo>
                    <a:pt x="3168" y="8378"/>
                  </a:lnTo>
                  <a:lnTo>
                    <a:pt x="2517" y="8378"/>
                  </a:lnTo>
                  <a:lnTo>
                    <a:pt x="2276" y="8627"/>
                  </a:lnTo>
                  <a:lnTo>
                    <a:pt x="2276" y="9145"/>
                  </a:lnTo>
                  <a:lnTo>
                    <a:pt x="1910" y="9493"/>
                  </a:lnTo>
                  <a:lnTo>
                    <a:pt x="1268" y="9493"/>
                  </a:lnTo>
                  <a:lnTo>
                    <a:pt x="1268" y="9404"/>
                  </a:lnTo>
                  <a:lnTo>
                    <a:pt x="1794" y="9404"/>
                  </a:lnTo>
                  <a:lnTo>
                    <a:pt x="2133" y="9038"/>
                  </a:lnTo>
                  <a:lnTo>
                    <a:pt x="2133" y="7396"/>
                  </a:lnTo>
                  <a:lnTo>
                    <a:pt x="1241" y="6513"/>
                  </a:lnTo>
                  <a:lnTo>
                    <a:pt x="866" y="6513"/>
                  </a:lnTo>
                  <a:lnTo>
                    <a:pt x="866" y="6531"/>
                  </a:lnTo>
                  <a:lnTo>
                    <a:pt x="1232" y="6531"/>
                  </a:lnTo>
                  <a:lnTo>
                    <a:pt x="2115" y="7405"/>
                  </a:lnTo>
                  <a:lnTo>
                    <a:pt x="2115" y="9029"/>
                  </a:lnTo>
                  <a:lnTo>
                    <a:pt x="1785" y="9386"/>
                  </a:lnTo>
                  <a:lnTo>
                    <a:pt x="1268" y="9386"/>
                  </a:lnTo>
                  <a:lnTo>
                    <a:pt x="1268" y="9198"/>
                  </a:lnTo>
                  <a:lnTo>
                    <a:pt x="1669" y="9198"/>
                  </a:lnTo>
                  <a:lnTo>
                    <a:pt x="1892" y="8975"/>
                  </a:lnTo>
                  <a:lnTo>
                    <a:pt x="1892" y="7396"/>
                  </a:lnTo>
                  <a:lnTo>
                    <a:pt x="1883" y="7396"/>
                  </a:lnTo>
                  <a:lnTo>
                    <a:pt x="1241" y="6763"/>
                  </a:lnTo>
                  <a:lnTo>
                    <a:pt x="839" y="6763"/>
                  </a:lnTo>
                  <a:lnTo>
                    <a:pt x="839" y="6781"/>
                  </a:lnTo>
                  <a:lnTo>
                    <a:pt x="1232" y="6781"/>
                  </a:lnTo>
                  <a:lnTo>
                    <a:pt x="1874" y="7405"/>
                  </a:lnTo>
                  <a:lnTo>
                    <a:pt x="1874" y="8975"/>
                  </a:lnTo>
                  <a:lnTo>
                    <a:pt x="1660" y="9181"/>
                  </a:lnTo>
                  <a:lnTo>
                    <a:pt x="1268" y="9181"/>
                  </a:lnTo>
                  <a:lnTo>
                    <a:pt x="1268" y="9154"/>
                  </a:lnTo>
                  <a:cubicBezTo>
                    <a:pt x="1268" y="9082"/>
                    <a:pt x="1223" y="9029"/>
                    <a:pt x="1170" y="9011"/>
                  </a:cubicBezTo>
                  <a:lnTo>
                    <a:pt x="1170" y="8128"/>
                  </a:lnTo>
                  <a:lnTo>
                    <a:pt x="1170" y="8119"/>
                  </a:lnTo>
                  <a:lnTo>
                    <a:pt x="420" y="7396"/>
                  </a:lnTo>
                  <a:lnTo>
                    <a:pt x="420" y="7173"/>
                  </a:lnTo>
                  <a:cubicBezTo>
                    <a:pt x="438" y="7173"/>
                    <a:pt x="456" y="7164"/>
                    <a:pt x="465" y="7147"/>
                  </a:cubicBezTo>
                  <a:cubicBezTo>
                    <a:pt x="474" y="7120"/>
                    <a:pt x="465" y="7084"/>
                    <a:pt x="438" y="7075"/>
                  </a:cubicBezTo>
                  <a:cubicBezTo>
                    <a:pt x="429" y="7069"/>
                    <a:pt x="419" y="7066"/>
                    <a:pt x="410" y="7066"/>
                  </a:cubicBezTo>
                  <a:cubicBezTo>
                    <a:pt x="393" y="7066"/>
                    <a:pt x="378" y="7076"/>
                    <a:pt x="367" y="7093"/>
                  </a:cubicBezTo>
                  <a:cubicBezTo>
                    <a:pt x="358" y="7120"/>
                    <a:pt x="367" y="7155"/>
                    <a:pt x="393" y="7164"/>
                  </a:cubicBezTo>
                  <a:cubicBezTo>
                    <a:pt x="393" y="7173"/>
                    <a:pt x="402" y="7173"/>
                    <a:pt x="402" y="7173"/>
                  </a:cubicBezTo>
                  <a:lnTo>
                    <a:pt x="402" y="7396"/>
                  </a:lnTo>
                  <a:lnTo>
                    <a:pt x="411" y="7405"/>
                  </a:lnTo>
                  <a:lnTo>
                    <a:pt x="1152" y="8137"/>
                  </a:lnTo>
                  <a:lnTo>
                    <a:pt x="1152" y="9002"/>
                  </a:lnTo>
                  <a:lnTo>
                    <a:pt x="1027" y="9002"/>
                  </a:lnTo>
                  <a:lnTo>
                    <a:pt x="1027" y="8190"/>
                  </a:lnTo>
                  <a:lnTo>
                    <a:pt x="251" y="7432"/>
                  </a:lnTo>
                  <a:lnTo>
                    <a:pt x="251" y="7120"/>
                  </a:lnTo>
                  <a:cubicBezTo>
                    <a:pt x="260" y="7120"/>
                    <a:pt x="277" y="7111"/>
                    <a:pt x="286" y="7093"/>
                  </a:cubicBezTo>
                  <a:cubicBezTo>
                    <a:pt x="304" y="7066"/>
                    <a:pt x="286" y="7039"/>
                    <a:pt x="260" y="7022"/>
                  </a:cubicBezTo>
                  <a:cubicBezTo>
                    <a:pt x="253" y="7019"/>
                    <a:pt x="246" y="7018"/>
                    <a:pt x="240" y="7018"/>
                  </a:cubicBezTo>
                  <a:cubicBezTo>
                    <a:pt x="220" y="7018"/>
                    <a:pt x="202" y="7028"/>
                    <a:pt x="188" y="7048"/>
                  </a:cubicBezTo>
                  <a:cubicBezTo>
                    <a:pt x="179" y="7075"/>
                    <a:pt x="188" y="7102"/>
                    <a:pt x="215" y="7120"/>
                  </a:cubicBezTo>
                  <a:lnTo>
                    <a:pt x="233" y="7120"/>
                  </a:lnTo>
                  <a:lnTo>
                    <a:pt x="233" y="7441"/>
                  </a:lnTo>
                  <a:lnTo>
                    <a:pt x="1009" y="8199"/>
                  </a:lnTo>
                  <a:lnTo>
                    <a:pt x="1009" y="9002"/>
                  </a:lnTo>
                  <a:lnTo>
                    <a:pt x="875" y="9002"/>
                  </a:lnTo>
                  <a:lnTo>
                    <a:pt x="875" y="8699"/>
                  </a:lnTo>
                  <a:lnTo>
                    <a:pt x="875" y="8690"/>
                  </a:lnTo>
                  <a:lnTo>
                    <a:pt x="331" y="8164"/>
                  </a:lnTo>
                  <a:lnTo>
                    <a:pt x="37" y="8164"/>
                  </a:lnTo>
                  <a:lnTo>
                    <a:pt x="37" y="4372"/>
                  </a:lnTo>
                  <a:lnTo>
                    <a:pt x="804" y="4372"/>
                  </a:lnTo>
                  <a:lnTo>
                    <a:pt x="1205" y="3953"/>
                  </a:lnTo>
                  <a:cubicBezTo>
                    <a:pt x="1214" y="3962"/>
                    <a:pt x="1223" y="3971"/>
                    <a:pt x="1241" y="3971"/>
                  </a:cubicBezTo>
                  <a:cubicBezTo>
                    <a:pt x="1268" y="3971"/>
                    <a:pt x="1294" y="3944"/>
                    <a:pt x="1294" y="3917"/>
                  </a:cubicBezTo>
                  <a:cubicBezTo>
                    <a:pt x="1294" y="3881"/>
                    <a:pt x="1268" y="3864"/>
                    <a:pt x="1241" y="3864"/>
                  </a:cubicBezTo>
                  <a:cubicBezTo>
                    <a:pt x="1205" y="3864"/>
                    <a:pt x="1187" y="3881"/>
                    <a:pt x="1187" y="3917"/>
                  </a:cubicBezTo>
                  <a:cubicBezTo>
                    <a:pt x="1187" y="3926"/>
                    <a:pt x="1187" y="3935"/>
                    <a:pt x="1196" y="3944"/>
                  </a:cubicBezTo>
                  <a:lnTo>
                    <a:pt x="795" y="4354"/>
                  </a:lnTo>
                  <a:lnTo>
                    <a:pt x="37" y="4354"/>
                  </a:lnTo>
                  <a:lnTo>
                    <a:pt x="37" y="4256"/>
                  </a:lnTo>
                  <a:lnTo>
                    <a:pt x="715" y="4256"/>
                  </a:lnTo>
                  <a:lnTo>
                    <a:pt x="1000" y="3962"/>
                  </a:lnTo>
                  <a:cubicBezTo>
                    <a:pt x="1009" y="3962"/>
                    <a:pt x="1018" y="3971"/>
                    <a:pt x="1027" y="3971"/>
                  </a:cubicBezTo>
                  <a:cubicBezTo>
                    <a:pt x="1054" y="3971"/>
                    <a:pt x="1080" y="3944"/>
                    <a:pt x="1080" y="3917"/>
                  </a:cubicBezTo>
                  <a:cubicBezTo>
                    <a:pt x="1080" y="3881"/>
                    <a:pt x="1054" y="3864"/>
                    <a:pt x="1027" y="3864"/>
                  </a:cubicBezTo>
                  <a:cubicBezTo>
                    <a:pt x="991" y="3864"/>
                    <a:pt x="973" y="3881"/>
                    <a:pt x="973" y="3917"/>
                  </a:cubicBezTo>
                  <a:cubicBezTo>
                    <a:pt x="973" y="3926"/>
                    <a:pt x="973" y="3944"/>
                    <a:pt x="982" y="3953"/>
                  </a:cubicBezTo>
                  <a:lnTo>
                    <a:pt x="706" y="4238"/>
                  </a:lnTo>
                  <a:lnTo>
                    <a:pt x="37" y="4238"/>
                  </a:lnTo>
                  <a:lnTo>
                    <a:pt x="37" y="4122"/>
                  </a:lnTo>
                  <a:lnTo>
                    <a:pt x="616" y="4122"/>
                  </a:lnTo>
                  <a:lnTo>
                    <a:pt x="768" y="3962"/>
                  </a:lnTo>
                  <a:cubicBezTo>
                    <a:pt x="777" y="3962"/>
                    <a:pt x="786" y="3971"/>
                    <a:pt x="804" y="3971"/>
                  </a:cubicBezTo>
                  <a:cubicBezTo>
                    <a:pt x="831" y="3971"/>
                    <a:pt x="857" y="3944"/>
                    <a:pt x="857" y="3917"/>
                  </a:cubicBezTo>
                  <a:cubicBezTo>
                    <a:pt x="857" y="3881"/>
                    <a:pt x="831" y="3864"/>
                    <a:pt x="804" y="3864"/>
                  </a:cubicBezTo>
                  <a:cubicBezTo>
                    <a:pt x="768" y="3864"/>
                    <a:pt x="750" y="3881"/>
                    <a:pt x="750" y="3917"/>
                  </a:cubicBezTo>
                  <a:cubicBezTo>
                    <a:pt x="750" y="3926"/>
                    <a:pt x="750" y="3935"/>
                    <a:pt x="759" y="3944"/>
                  </a:cubicBezTo>
                  <a:lnTo>
                    <a:pt x="608" y="4104"/>
                  </a:lnTo>
                  <a:lnTo>
                    <a:pt x="37" y="4104"/>
                  </a:lnTo>
                  <a:lnTo>
                    <a:pt x="37" y="3453"/>
                  </a:lnTo>
                  <a:lnTo>
                    <a:pt x="313" y="3453"/>
                  </a:lnTo>
                  <a:lnTo>
                    <a:pt x="465" y="3578"/>
                  </a:lnTo>
                  <a:cubicBezTo>
                    <a:pt x="456" y="3587"/>
                    <a:pt x="447" y="3605"/>
                    <a:pt x="447" y="3614"/>
                  </a:cubicBezTo>
                  <a:cubicBezTo>
                    <a:pt x="447" y="3650"/>
                    <a:pt x="474" y="3667"/>
                    <a:pt x="500" y="3667"/>
                  </a:cubicBezTo>
                  <a:cubicBezTo>
                    <a:pt x="536" y="3667"/>
                    <a:pt x="554" y="3650"/>
                    <a:pt x="554" y="3614"/>
                  </a:cubicBezTo>
                  <a:cubicBezTo>
                    <a:pt x="554" y="3587"/>
                    <a:pt x="536" y="3560"/>
                    <a:pt x="500" y="3560"/>
                  </a:cubicBezTo>
                  <a:cubicBezTo>
                    <a:pt x="492" y="3560"/>
                    <a:pt x="483" y="3569"/>
                    <a:pt x="483" y="3569"/>
                  </a:cubicBezTo>
                  <a:lnTo>
                    <a:pt x="322" y="3435"/>
                  </a:lnTo>
                  <a:lnTo>
                    <a:pt x="37" y="3435"/>
                  </a:lnTo>
                  <a:lnTo>
                    <a:pt x="37" y="3355"/>
                  </a:lnTo>
                  <a:lnTo>
                    <a:pt x="447" y="3355"/>
                  </a:lnTo>
                  <a:lnTo>
                    <a:pt x="706" y="3587"/>
                  </a:lnTo>
                  <a:cubicBezTo>
                    <a:pt x="697" y="3596"/>
                    <a:pt x="697" y="3605"/>
                    <a:pt x="697" y="3614"/>
                  </a:cubicBezTo>
                  <a:cubicBezTo>
                    <a:pt x="697" y="3650"/>
                    <a:pt x="715" y="3667"/>
                    <a:pt x="750" y="3667"/>
                  </a:cubicBezTo>
                  <a:cubicBezTo>
                    <a:pt x="777" y="3667"/>
                    <a:pt x="804" y="3650"/>
                    <a:pt x="804" y="3614"/>
                  </a:cubicBezTo>
                  <a:cubicBezTo>
                    <a:pt x="804" y="3587"/>
                    <a:pt x="777" y="3560"/>
                    <a:pt x="750" y="3560"/>
                  </a:cubicBezTo>
                  <a:cubicBezTo>
                    <a:pt x="732" y="3560"/>
                    <a:pt x="723" y="3569"/>
                    <a:pt x="715" y="3569"/>
                  </a:cubicBezTo>
                  <a:lnTo>
                    <a:pt x="456" y="3337"/>
                  </a:lnTo>
                  <a:lnTo>
                    <a:pt x="37" y="3337"/>
                  </a:lnTo>
                  <a:lnTo>
                    <a:pt x="37" y="3186"/>
                  </a:lnTo>
                  <a:lnTo>
                    <a:pt x="518" y="3186"/>
                  </a:lnTo>
                  <a:lnTo>
                    <a:pt x="947" y="3587"/>
                  </a:lnTo>
                  <a:cubicBezTo>
                    <a:pt x="938" y="3596"/>
                    <a:pt x="938" y="3605"/>
                    <a:pt x="938" y="3614"/>
                  </a:cubicBezTo>
                  <a:cubicBezTo>
                    <a:pt x="938" y="3650"/>
                    <a:pt x="964" y="3667"/>
                    <a:pt x="991" y="3667"/>
                  </a:cubicBezTo>
                  <a:cubicBezTo>
                    <a:pt x="1018" y="3667"/>
                    <a:pt x="1045" y="3650"/>
                    <a:pt x="1045" y="3614"/>
                  </a:cubicBezTo>
                  <a:cubicBezTo>
                    <a:pt x="1045" y="3587"/>
                    <a:pt x="1018" y="3560"/>
                    <a:pt x="991" y="3560"/>
                  </a:cubicBezTo>
                  <a:cubicBezTo>
                    <a:pt x="973" y="3560"/>
                    <a:pt x="964" y="3569"/>
                    <a:pt x="955" y="3578"/>
                  </a:cubicBezTo>
                  <a:lnTo>
                    <a:pt x="527" y="3168"/>
                  </a:lnTo>
                  <a:lnTo>
                    <a:pt x="37" y="3168"/>
                  </a:lnTo>
                  <a:lnTo>
                    <a:pt x="37" y="1946"/>
                  </a:lnTo>
                  <a:lnTo>
                    <a:pt x="286" y="1946"/>
                  </a:lnTo>
                  <a:lnTo>
                    <a:pt x="393" y="1856"/>
                  </a:lnTo>
                  <a:close/>
                  <a:moveTo>
                    <a:pt x="4051" y="8708"/>
                  </a:moveTo>
                  <a:lnTo>
                    <a:pt x="4203" y="8842"/>
                  </a:lnTo>
                  <a:lnTo>
                    <a:pt x="4542" y="8842"/>
                  </a:lnTo>
                  <a:cubicBezTo>
                    <a:pt x="4542" y="8895"/>
                    <a:pt x="4524" y="8949"/>
                    <a:pt x="4506" y="8993"/>
                  </a:cubicBezTo>
                  <a:cubicBezTo>
                    <a:pt x="4399" y="9279"/>
                    <a:pt x="4149" y="9644"/>
                    <a:pt x="3828" y="9983"/>
                  </a:cubicBezTo>
                  <a:lnTo>
                    <a:pt x="3828" y="9279"/>
                  </a:lnTo>
                  <a:lnTo>
                    <a:pt x="3614" y="9056"/>
                  </a:lnTo>
                  <a:lnTo>
                    <a:pt x="3614" y="8797"/>
                  </a:lnTo>
                  <a:lnTo>
                    <a:pt x="3605" y="8797"/>
                  </a:lnTo>
                  <a:cubicBezTo>
                    <a:pt x="3632" y="8788"/>
                    <a:pt x="3659" y="8752"/>
                    <a:pt x="3659" y="8708"/>
                  </a:cubicBezTo>
                  <a:close/>
                  <a:moveTo>
                    <a:pt x="3596" y="8806"/>
                  </a:moveTo>
                  <a:lnTo>
                    <a:pt x="3596" y="9056"/>
                  </a:lnTo>
                  <a:lnTo>
                    <a:pt x="3810" y="9279"/>
                  </a:lnTo>
                  <a:lnTo>
                    <a:pt x="3810" y="10010"/>
                  </a:lnTo>
                  <a:cubicBezTo>
                    <a:pt x="3792" y="10037"/>
                    <a:pt x="3766" y="10064"/>
                    <a:pt x="3739" y="10090"/>
                  </a:cubicBezTo>
                  <a:lnTo>
                    <a:pt x="3739" y="9305"/>
                  </a:lnTo>
                  <a:lnTo>
                    <a:pt x="3516" y="9091"/>
                  </a:lnTo>
                  <a:lnTo>
                    <a:pt x="3516" y="8806"/>
                  </a:lnTo>
                  <a:close/>
                  <a:moveTo>
                    <a:pt x="3498" y="8806"/>
                  </a:moveTo>
                  <a:lnTo>
                    <a:pt x="3498" y="9091"/>
                  </a:lnTo>
                  <a:lnTo>
                    <a:pt x="3721" y="9314"/>
                  </a:lnTo>
                  <a:lnTo>
                    <a:pt x="3721" y="10108"/>
                  </a:lnTo>
                  <a:cubicBezTo>
                    <a:pt x="3676" y="10153"/>
                    <a:pt x="3632" y="10198"/>
                    <a:pt x="3587" y="10242"/>
                  </a:cubicBezTo>
                  <a:lnTo>
                    <a:pt x="3587" y="9377"/>
                  </a:lnTo>
                  <a:cubicBezTo>
                    <a:pt x="3605" y="9377"/>
                    <a:pt x="3614" y="9368"/>
                    <a:pt x="3623" y="9350"/>
                  </a:cubicBezTo>
                  <a:cubicBezTo>
                    <a:pt x="3641" y="9323"/>
                    <a:pt x="3632" y="9297"/>
                    <a:pt x="3605" y="9279"/>
                  </a:cubicBezTo>
                  <a:cubicBezTo>
                    <a:pt x="3598" y="9276"/>
                    <a:pt x="3591" y="9275"/>
                    <a:pt x="3584" y="9275"/>
                  </a:cubicBezTo>
                  <a:cubicBezTo>
                    <a:pt x="3562" y="9275"/>
                    <a:pt x="3540" y="9285"/>
                    <a:pt x="3534" y="9305"/>
                  </a:cubicBezTo>
                  <a:cubicBezTo>
                    <a:pt x="3516" y="9332"/>
                    <a:pt x="3525" y="9359"/>
                    <a:pt x="3551" y="9377"/>
                  </a:cubicBezTo>
                  <a:lnTo>
                    <a:pt x="3569" y="9377"/>
                  </a:lnTo>
                  <a:lnTo>
                    <a:pt x="3569" y="10260"/>
                  </a:lnTo>
                  <a:cubicBezTo>
                    <a:pt x="3525" y="10305"/>
                    <a:pt x="3480" y="10349"/>
                    <a:pt x="3435" y="10385"/>
                  </a:cubicBezTo>
                  <a:lnTo>
                    <a:pt x="3435" y="9484"/>
                  </a:lnTo>
                  <a:cubicBezTo>
                    <a:pt x="3453" y="9484"/>
                    <a:pt x="3471" y="9475"/>
                    <a:pt x="3480" y="9457"/>
                  </a:cubicBezTo>
                  <a:cubicBezTo>
                    <a:pt x="3489" y="9430"/>
                    <a:pt x="3480" y="9404"/>
                    <a:pt x="3453" y="9386"/>
                  </a:cubicBezTo>
                  <a:cubicBezTo>
                    <a:pt x="3447" y="9383"/>
                    <a:pt x="3439" y="9382"/>
                    <a:pt x="3432" y="9382"/>
                  </a:cubicBezTo>
                  <a:cubicBezTo>
                    <a:pt x="3410" y="9382"/>
                    <a:pt x="3389" y="9392"/>
                    <a:pt x="3382" y="9412"/>
                  </a:cubicBezTo>
                  <a:cubicBezTo>
                    <a:pt x="3364" y="9439"/>
                    <a:pt x="3373" y="9466"/>
                    <a:pt x="3400" y="9484"/>
                  </a:cubicBezTo>
                  <a:lnTo>
                    <a:pt x="3418" y="9484"/>
                  </a:lnTo>
                  <a:lnTo>
                    <a:pt x="3418" y="10403"/>
                  </a:lnTo>
                  <a:cubicBezTo>
                    <a:pt x="3364" y="10447"/>
                    <a:pt x="3311" y="10501"/>
                    <a:pt x="3257" y="10545"/>
                  </a:cubicBezTo>
                  <a:lnTo>
                    <a:pt x="3257" y="9680"/>
                  </a:lnTo>
                  <a:cubicBezTo>
                    <a:pt x="3275" y="9680"/>
                    <a:pt x="3293" y="9671"/>
                    <a:pt x="3302" y="9653"/>
                  </a:cubicBezTo>
                  <a:cubicBezTo>
                    <a:pt x="3311" y="9627"/>
                    <a:pt x="3302" y="9591"/>
                    <a:pt x="3275" y="9582"/>
                  </a:cubicBezTo>
                  <a:cubicBezTo>
                    <a:pt x="3267" y="9577"/>
                    <a:pt x="3259" y="9575"/>
                    <a:pt x="3251" y="9575"/>
                  </a:cubicBezTo>
                  <a:cubicBezTo>
                    <a:pt x="3230" y="9575"/>
                    <a:pt x="3210" y="9589"/>
                    <a:pt x="3204" y="9609"/>
                  </a:cubicBezTo>
                  <a:cubicBezTo>
                    <a:pt x="3186" y="9636"/>
                    <a:pt x="3204" y="9662"/>
                    <a:pt x="3221" y="9680"/>
                  </a:cubicBezTo>
                  <a:lnTo>
                    <a:pt x="3239" y="9680"/>
                  </a:lnTo>
                  <a:lnTo>
                    <a:pt x="3239" y="10563"/>
                  </a:lnTo>
                  <a:cubicBezTo>
                    <a:pt x="3195" y="10599"/>
                    <a:pt x="3150" y="10635"/>
                    <a:pt x="3105" y="10670"/>
                  </a:cubicBezTo>
                  <a:lnTo>
                    <a:pt x="3105" y="9350"/>
                  </a:lnTo>
                  <a:lnTo>
                    <a:pt x="3373" y="9073"/>
                  </a:lnTo>
                  <a:lnTo>
                    <a:pt x="3373" y="8806"/>
                  </a:lnTo>
                  <a:close/>
                  <a:moveTo>
                    <a:pt x="3177" y="8770"/>
                  </a:moveTo>
                  <a:cubicBezTo>
                    <a:pt x="3195" y="8788"/>
                    <a:pt x="3221" y="8806"/>
                    <a:pt x="3257" y="8806"/>
                  </a:cubicBezTo>
                  <a:lnTo>
                    <a:pt x="3355" y="8806"/>
                  </a:lnTo>
                  <a:lnTo>
                    <a:pt x="3355" y="9065"/>
                  </a:lnTo>
                  <a:lnTo>
                    <a:pt x="3088" y="9341"/>
                  </a:lnTo>
                  <a:lnTo>
                    <a:pt x="3088" y="10679"/>
                  </a:lnTo>
                  <a:cubicBezTo>
                    <a:pt x="3061" y="10706"/>
                    <a:pt x="3034" y="10724"/>
                    <a:pt x="3007" y="10751"/>
                  </a:cubicBezTo>
                  <a:lnTo>
                    <a:pt x="3007" y="9332"/>
                  </a:lnTo>
                  <a:lnTo>
                    <a:pt x="3257" y="9073"/>
                  </a:lnTo>
                  <a:lnTo>
                    <a:pt x="3257" y="8806"/>
                  </a:lnTo>
                  <a:lnTo>
                    <a:pt x="3239" y="8806"/>
                  </a:lnTo>
                  <a:lnTo>
                    <a:pt x="3239" y="9065"/>
                  </a:lnTo>
                  <a:lnTo>
                    <a:pt x="2981" y="9323"/>
                  </a:lnTo>
                  <a:lnTo>
                    <a:pt x="2981" y="10760"/>
                  </a:lnTo>
                  <a:cubicBezTo>
                    <a:pt x="2900" y="10822"/>
                    <a:pt x="2820" y="10876"/>
                    <a:pt x="2740" y="10929"/>
                  </a:cubicBezTo>
                  <a:lnTo>
                    <a:pt x="2740" y="8859"/>
                  </a:lnTo>
                  <a:lnTo>
                    <a:pt x="2820" y="8779"/>
                  </a:lnTo>
                  <a:lnTo>
                    <a:pt x="3177" y="8779"/>
                  </a:lnTo>
                  <a:lnTo>
                    <a:pt x="3177" y="8770"/>
                  </a:lnTo>
                  <a:close/>
                  <a:moveTo>
                    <a:pt x="3159" y="8627"/>
                  </a:moveTo>
                  <a:lnTo>
                    <a:pt x="3159" y="8708"/>
                  </a:lnTo>
                  <a:cubicBezTo>
                    <a:pt x="3159" y="8726"/>
                    <a:pt x="3168" y="8743"/>
                    <a:pt x="3177" y="8761"/>
                  </a:cubicBezTo>
                  <a:lnTo>
                    <a:pt x="2811" y="8761"/>
                  </a:lnTo>
                  <a:lnTo>
                    <a:pt x="2722" y="8850"/>
                  </a:lnTo>
                  <a:lnTo>
                    <a:pt x="2722" y="10938"/>
                  </a:lnTo>
                  <a:cubicBezTo>
                    <a:pt x="2686" y="10956"/>
                    <a:pt x="2650" y="10974"/>
                    <a:pt x="2615" y="10991"/>
                  </a:cubicBezTo>
                  <a:lnTo>
                    <a:pt x="2615" y="8752"/>
                  </a:lnTo>
                  <a:lnTo>
                    <a:pt x="2740" y="8627"/>
                  </a:lnTo>
                  <a:close/>
                  <a:moveTo>
                    <a:pt x="313" y="8547"/>
                  </a:moveTo>
                  <a:lnTo>
                    <a:pt x="563" y="8770"/>
                  </a:lnTo>
                  <a:lnTo>
                    <a:pt x="563" y="9011"/>
                  </a:lnTo>
                  <a:lnTo>
                    <a:pt x="572" y="9011"/>
                  </a:lnTo>
                  <a:cubicBezTo>
                    <a:pt x="509" y="9029"/>
                    <a:pt x="474" y="9091"/>
                    <a:pt x="474" y="9154"/>
                  </a:cubicBezTo>
                  <a:lnTo>
                    <a:pt x="474" y="9636"/>
                  </a:lnTo>
                  <a:cubicBezTo>
                    <a:pt x="474" y="9725"/>
                    <a:pt x="545" y="9796"/>
                    <a:pt x="625" y="9796"/>
                  </a:cubicBezTo>
                  <a:lnTo>
                    <a:pt x="768" y="9796"/>
                  </a:lnTo>
                  <a:lnTo>
                    <a:pt x="768" y="11099"/>
                  </a:lnTo>
                  <a:cubicBezTo>
                    <a:pt x="652" y="11063"/>
                    <a:pt x="545" y="11036"/>
                    <a:pt x="456" y="11000"/>
                  </a:cubicBezTo>
                  <a:lnTo>
                    <a:pt x="456" y="10269"/>
                  </a:lnTo>
                  <a:lnTo>
                    <a:pt x="625" y="10073"/>
                  </a:lnTo>
                  <a:lnTo>
                    <a:pt x="625" y="9796"/>
                  </a:lnTo>
                  <a:lnTo>
                    <a:pt x="608" y="9796"/>
                  </a:lnTo>
                  <a:lnTo>
                    <a:pt x="608" y="10073"/>
                  </a:lnTo>
                  <a:lnTo>
                    <a:pt x="438" y="10260"/>
                  </a:lnTo>
                  <a:lnTo>
                    <a:pt x="438" y="10991"/>
                  </a:lnTo>
                  <a:cubicBezTo>
                    <a:pt x="331" y="10947"/>
                    <a:pt x="242" y="10893"/>
                    <a:pt x="179" y="10840"/>
                  </a:cubicBezTo>
                  <a:cubicBezTo>
                    <a:pt x="126" y="10786"/>
                    <a:pt x="54" y="10572"/>
                    <a:pt x="37" y="10492"/>
                  </a:cubicBezTo>
                  <a:lnTo>
                    <a:pt x="37" y="8547"/>
                  </a:lnTo>
                  <a:close/>
                  <a:moveTo>
                    <a:pt x="938" y="9796"/>
                  </a:moveTo>
                  <a:lnTo>
                    <a:pt x="938" y="10135"/>
                  </a:lnTo>
                  <a:lnTo>
                    <a:pt x="947" y="10144"/>
                  </a:lnTo>
                  <a:lnTo>
                    <a:pt x="1571" y="10768"/>
                  </a:lnTo>
                  <a:lnTo>
                    <a:pt x="1571" y="11197"/>
                  </a:lnTo>
                  <a:cubicBezTo>
                    <a:pt x="1437" y="11188"/>
                    <a:pt x="1303" y="11179"/>
                    <a:pt x="1170" y="11161"/>
                  </a:cubicBezTo>
                  <a:cubicBezTo>
                    <a:pt x="1036" y="11152"/>
                    <a:pt x="902" y="11125"/>
                    <a:pt x="786" y="11099"/>
                  </a:cubicBezTo>
                  <a:lnTo>
                    <a:pt x="786" y="9796"/>
                  </a:lnTo>
                  <a:close/>
                  <a:moveTo>
                    <a:pt x="1089" y="9796"/>
                  </a:moveTo>
                  <a:lnTo>
                    <a:pt x="1089" y="10090"/>
                  </a:lnTo>
                  <a:lnTo>
                    <a:pt x="1089" y="10099"/>
                  </a:lnTo>
                  <a:lnTo>
                    <a:pt x="1732" y="10742"/>
                  </a:lnTo>
                  <a:lnTo>
                    <a:pt x="1732" y="11197"/>
                  </a:lnTo>
                  <a:lnTo>
                    <a:pt x="1589" y="11197"/>
                  </a:lnTo>
                  <a:lnTo>
                    <a:pt x="1589" y="10760"/>
                  </a:lnTo>
                  <a:lnTo>
                    <a:pt x="955" y="10135"/>
                  </a:lnTo>
                  <a:lnTo>
                    <a:pt x="955" y="9796"/>
                  </a:lnTo>
                  <a:close/>
                  <a:moveTo>
                    <a:pt x="3168" y="8395"/>
                  </a:moveTo>
                  <a:cubicBezTo>
                    <a:pt x="3168" y="8404"/>
                    <a:pt x="3159" y="8404"/>
                    <a:pt x="3159" y="8413"/>
                  </a:cubicBezTo>
                  <a:lnTo>
                    <a:pt x="3159" y="8485"/>
                  </a:lnTo>
                  <a:lnTo>
                    <a:pt x="2624" y="8485"/>
                  </a:lnTo>
                  <a:lnTo>
                    <a:pt x="2454" y="8645"/>
                  </a:lnTo>
                  <a:lnTo>
                    <a:pt x="2454" y="9181"/>
                  </a:lnTo>
                  <a:lnTo>
                    <a:pt x="2008" y="9636"/>
                  </a:lnTo>
                  <a:lnTo>
                    <a:pt x="1268" y="9636"/>
                  </a:lnTo>
                  <a:lnTo>
                    <a:pt x="1268" y="9653"/>
                  </a:lnTo>
                  <a:lnTo>
                    <a:pt x="2017" y="9653"/>
                  </a:lnTo>
                  <a:lnTo>
                    <a:pt x="2472" y="9189"/>
                  </a:lnTo>
                  <a:lnTo>
                    <a:pt x="2472" y="8645"/>
                  </a:lnTo>
                  <a:lnTo>
                    <a:pt x="2633" y="8503"/>
                  </a:lnTo>
                  <a:lnTo>
                    <a:pt x="3159" y="8503"/>
                  </a:lnTo>
                  <a:lnTo>
                    <a:pt x="3159" y="8610"/>
                  </a:lnTo>
                  <a:lnTo>
                    <a:pt x="2731" y="8610"/>
                  </a:lnTo>
                  <a:lnTo>
                    <a:pt x="2597" y="8743"/>
                  </a:lnTo>
                  <a:lnTo>
                    <a:pt x="2597" y="11000"/>
                  </a:lnTo>
                  <a:cubicBezTo>
                    <a:pt x="2561" y="11018"/>
                    <a:pt x="2526" y="11036"/>
                    <a:pt x="2490" y="11054"/>
                  </a:cubicBezTo>
                  <a:lnTo>
                    <a:pt x="2490" y="10349"/>
                  </a:lnTo>
                  <a:lnTo>
                    <a:pt x="2071" y="9957"/>
                  </a:lnTo>
                  <a:cubicBezTo>
                    <a:pt x="2071" y="9957"/>
                    <a:pt x="2071" y="9948"/>
                    <a:pt x="2071" y="9948"/>
                  </a:cubicBezTo>
                  <a:cubicBezTo>
                    <a:pt x="2079" y="9921"/>
                    <a:pt x="2071" y="9894"/>
                    <a:pt x="2044" y="9876"/>
                  </a:cubicBezTo>
                  <a:cubicBezTo>
                    <a:pt x="2037" y="9874"/>
                    <a:pt x="2030" y="9873"/>
                    <a:pt x="2024" y="9873"/>
                  </a:cubicBezTo>
                  <a:cubicBezTo>
                    <a:pt x="2004" y="9873"/>
                    <a:pt x="1986" y="9883"/>
                    <a:pt x="1972" y="9903"/>
                  </a:cubicBezTo>
                  <a:cubicBezTo>
                    <a:pt x="1964" y="9930"/>
                    <a:pt x="1972" y="9957"/>
                    <a:pt x="1999" y="9974"/>
                  </a:cubicBezTo>
                  <a:cubicBezTo>
                    <a:pt x="2007" y="9978"/>
                    <a:pt x="2014" y="9980"/>
                    <a:pt x="2021" y="9980"/>
                  </a:cubicBezTo>
                  <a:cubicBezTo>
                    <a:pt x="2032" y="9980"/>
                    <a:pt x="2042" y="9976"/>
                    <a:pt x="2053" y="9966"/>
                  </a:cubicBezTo>
                  <a:lnTo>
                    <a:pt x="2472" y="10358"/>
                  </a:lnTo>
                  <a:lnTo>
                    <a:pt x="2472" y="11063"/>
                  </a:lnTo>
                  <a:cubicBezTo>
                    <a:pt x="2427" y="11090"/>
                    <a:pt x="2383" y="11107"/>
                    <a:pt x="2329" y="11116"/>
                  </a:cubicBezTo>
                  <a:lnTo>
                    <a:pt x="2329" y="10483"/>
                  </a:lnTo>
                  <a:lnTo>
                    <a:pt x="1928" y="10117"/>
                  </a:lnTo>
                  <a:cubicBezTo>
                    <a:pt x="1937" y="10090"/>
                    <a:pt x="1928" y="10055"/>
                    <a:pt x="1901" y="10046"/>
                  </a:cubicBezTo>
                  <a:cubicBezTo>
                    <a:pt x="1892" y="10040"/>
                    <a:pt x="1882" y="10037"/>
                    <a:pt x="1873" y="10037"/>
                  </a:cubicBezTo>
                  <a:cubicBezTo>
                    <a:pt x="1856" y="10037"/>
                    <a:pt x="1841" y="10046"/>
                    <a:pt x="1830" y="10064"/>
                  </a:cubicBezTo>
                  <a:cubicBezTo>
                    <a:pt x="1821" y="10090"/>
                    <a:pt x="1830" y="10126"/>
                    <a:pt x="1856" y="10135"/>
                  </a:cubicBezTo>
                  <a:cubicBezTo>
                    <a:pt x="1865" y="10140"/>
                    <a:pt x="1877" y="10142"/>
                    <a:pt x="1887" y="10142"/>
                  </a:cubicBezTo>
                  <a:cubicBezTo>
                    <a:pt x="1897" y="10142"/>
                    <a:pt x="1906" y="10140"/>
                    <a:pt x="1910" y="10135"/>
                  </a:cubicBezTo>
                  <a:lnTo>
                    <a:pt x="2311" y="10492"/>
                  </a:lnTo>
                  <a:lnTo>
                    <a:pt x="2311" y="11125"/>
                  </a:lnTo>
                  <a:cubicBezTo>
                    <a:pt x="2294" y="11134"/>
                    <a:pt x="2267" y="11134"/>
                    <a:pt x="2249" y="11143"/>
                  </a:cubicBezTo>
                  <a:cubicBezTo>
                    <a:pt x="2231" y="11143"/>
                    <a:pt x="2204" y="11152"/>
                    <a:pt x="2187" y="11152"/>
                  </a:cubicBezTo>
                  <a:lnTo>
                    <a:pt x="2187" y="10661"/>
                  </a:lnTo>
                  <a:lnTo>
                    <a:pt x="1758" y="10251"/>
                  </a:lnTo>
                  <a:cubicBezTo>
                    <a:pt x="1758" y="10251"/>
                    <a:pt x="1758" y="10242"/>
                    <a:pt x="1767" y="10242"/>
                  </a:cubicBezTo>
                  <a:cubicBezTo>
                    <a:pt x="1776" y="10215"/>
                    <a:pt x="1767" y="10189"/>
                    <a:pt x="1740" y="10171"/>
                  </a:cubicBezTo>
                  <a:cubicBezTo>
                    <a:pt x="1734" y="10169"/>
                    <a:pt x="1727" y="10167"/>
                    <a:pt x="1719" y="10167"/>
                  </a:cubicBezTo>
                  <a:cubicBezTo>
                    <a:pt x="1698" y="10167"/>
                    <a:pt x="1676" y="10177"/>
                    <a:pt x="1669" y="10198"/>
                  </a:cubicBezTo>
                  <a:cubicBezTo>
                    <a:pt x="1651" y="10224"/>
                    <a:pt x="1660" y="10251"/>
                    <a:pt x="1687" y="10269"/>
                  </a:cubicBezTo>
                  <a:cubicBezTo>
                    <a:pt x="1698" y="10273"/>
                    <a:pt x="1708" y="10275"/>
                    <a:pt x="1716" y="10275"/>
                  </a:cubicBezTo>
                  <a:cubicBezTo>
                    <a:pt x="1729" y="10275"/>
                    <a:pt x="1739" y="10270"/>
                    <a:pt x="1749" y="10260"/>
                  </a:cubicBezTo>
                  <a:lnTo>
                    <a:pt x="2169" y="10670"/>
                  </a:lnTo>
                  <a:lnTo>
                    <a:pt x="2169" y="11161"/>
                  </a:lnTo>
                  <a:cubicBezTo>
                    <a:pt x="2044" y="11179"/>
                    <a:pt x="1901" y="11197"/>
                    <a:pt x="1749" y="11197"/>
                  </a:cubicBezTo>
                  <a:lnTo>
                    <a:pt x="1749" y="10733"/>
                  </a:lnTo>
                  <a:lnTo>
                    <a:pt x="1740" y="10733"/>
                  </a:lnTo>
                  <a:lnTo>
                    <a:pt x="1107" y="10090"/>
                  </a:lnTo>
                  <a:lnTo>
                    <a:pt x="1107" y="9796"/>
                  </a:lnTo>
                  <a:lnTo>
                    <a:pt x="1116" y="9796"/>
                  </a:lnTo>
                  <a:cubicBezTo>
                    <a:pt x="1196" y="9796"/>
                    <a:pt x="1268" y="9725"/>
                    <a:pt x="1268" y="9636"/>
                  </a:cubicBezTo>
                  <a:lnTo>
                    <a:pt x="1268" y="9511"/>
                  </a:lnTo>
                  <a:lnTo>
                    <a:pt x="1919" y="9511"/>
                  </a:lnTo>
                  <a:lnTo>
                    <a:pt x="2294" y="9154"/>
                  </a:lnTo>
                  <a:lnTo>
                    <a:pt x="2294" y="8627"/>
                  </a:lnTo>
                  <a:lnTo>
                    <a:pt x="2526" y="8395"/>
                  </a:lnTo>
                  <a:close/>
                  <a:moveTo>
                    <a:pt x="768" y="0"/>
                  </a:moveTo>
                  <a:cubicBezTo>
                    <a:pt x="637" y="0"/>
                    <a:pt x="397" y="85"/>
                    <a:pt x="295" y="161"/>
                  </a:cubicBezTo>
                  <a:cubicBezTo>
                    <a:pt x="188" y="242"/>
                    <a:pt x="10" y="581"/>
                    <a:pt x="1" y="590"/>
                  </a:cubicBezTo>
                  <a:lnTo>
                    <a:pt x="1" y="599"/>
                  </a:lnTo>
                  <a:lnTo>
                    <a:pt x="1" y="10492"/>
                  </a:lnTo>
                  <a:cubicBezTo>
                    <a:pt x="1" y="10510"/>
                    <a:pt x="81" y="10795"/>
                    <a:pt x="161" y="10867"/>
                  </a:cubicBezTo>
                  <a:cubicBezTo>
                    <a:pt x="447" y="11116"/>
                    <a:pt x="1125" y="11232"/>
                    <a:pt x="1678" y="11232"/>
                  </a:cubicBezTo>
                  <a:cubicBezTo>
                    <a:pt x="1901" y="11232"/>
                    <a:pt x="2106" y="11215"/>
                    <a:pt x="2258" y="11179"/>
                  </a:cubicBezTo>
                  <a:cubicBezTo>
                    <a:pt x="3025" y="10991"/>
                    <a:pt x="4256" y="9743"/>
                    <a:pt x="4542" y="9002"/>
                  </a:cubicBezTo>
                  <a:cubicBezTo>
                    <a:pt x="4631" y="8779"/>
                    <a:pt x="4586" y="8395"/>
                    <a:pt x="4551" y="8030"/>
                  </a:cubicBezTo>
                  <a:cubicBezTo>
                    <a:pt x="4515" y="7744"/>
                    <a:pt x="4488" y="7477"/>
                    <a:pt x="4515" y="7298"/>
                  </a:cubicBezTo>
                  <a:cubicBezTo>
                    <a:pt x="4551" y="7129"/>
                    <a:pt x="4640" y="6879"/>
                    <a:pt x="4738" y="6638"/>
                  </a:cubicBezTo>
                  <a:cubicBezTo>
                    <a:pt x="4818" y="6406"/>
                    <a:pt x="4907" y="6174"/>
                    <a:pt x="4943" y="6005"/>
                  </a:cubicBezTo>
                  <a:cubicBezTo>
                    <a:pt x="5006" y="5701"/>
                    <a:pt x="5006" y="5059"/>
                    <a:pt x="4961" y="4729"/>
                  </a:cubicBezTo>
                  <a:cubicBezTo>
                    <a:pt x="4881" y="4247"/>
                    <a:pt x="4479" y="3328"/>
                    <a:pt x="4185" y="2945"/>
                  </a:cubicBezTo>
                  <a:cubicBezTo>
                    <a:pt x="3971" y="2677"/>
                    <a:pt x="3132" y="2133"/>
                    <a:pt x="3096" y="2106"/>
                  </a:cubicBezTo>
                  <a:cubicBezTo>
                    <a:pt x="3096" y="2106"/>
                    <a:pt x="2936" y="1981"/>
                    <a:pt x="2900" y="1928"/>
                  </a:cubicBezTo>
                  <a:cubicBezTo>
                    <a:pt x="2820" y="1812"/>
                    <a:pt x="2749" y="1589"/>
                    <a:pt x="2686" y="1375"/>
                  </a:cubicBezTo>
                  <a:cubicBezTo>
                    <a:pt x="2615" y="1125"/>
                    <a:pt x="2543" y="875"/>
                    <a:pt x="2436" y="741"/>
                  </a:cubicBezTo>
                  <a:cubicBezTo>
                    <a:pt x="2151" y="393"/>
                    <a:pt x="1241" y="54"/>
                    <a:pt x="786" y="1"/>
                  </a:cubicBezTo>
                  <a:cubicBezTo>
                    <a:pt x="780" y="0"/>
                    <a:pt x="774" y="0"/>
                    <a:pt x="768"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8"/>
            <p:cNvSpPr/>
            <p:nvPr/>
          </p:nvSpPr>
          <p:spPr>
            <a:xfrm>
              <a:off x="7772047" y="3115746"/>
              <a:ext cx="201743" cy="169398"/>
            </a:xfrm>
            <a:custGeom>
              <a:avLst/>
              <a:gdLst/>
              <a:ahLst/>
              <a:cxnLst/>
              <a:rect l="l" t="t" r="r" b="b"/>
              <a:pathLst>
                <a:path w="2445" h="2053" extrusionOk="0">
                  <a:moveTo>
                    <a:pt x="1508" y="0"/>
                  </a:moveTo>
                  <a:lnTo>
                    <a:pt x="0" y="1490"/>
                  </a:lnTo>
                  <a:lnTo>
                    <a:pt x="0" y="2052"/>
                  </a:lnTo>
                  <a:lnTo>
                    <a:pt x="18" y="2052"/>
                  </a:lnTo>
                  <a:lnTo>
                    <a:pt x="18" y="1499"/>
                  </a:lnTo>
                  <a:lnTo>
                    <a:pt x="1517" y="18"/>
                  </a:lnTo>
                  <a:lnTo>
                    <a:pt x="2445" y="18"/>
                  </a:lnTo>
                  <a:lnTo>
                    <a:pt x="2445" y="0"/>
                  </a:ln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8"/>
            <p:cNvSpPr/>
            <p:nvPr/>
          </p:nvSpPr>
          <p:spPr>
            <a:xfrm>
              <a:off x="7934024" y="3193474"/>
              <a:ext cx="69228" cy="142004"/>
            </a:xfrm>
            <a:custGeom>
              <a:avLst/>
              <a:gdLst/>
              <a:ahLst/>
              <a:cxnLst/>
              <a:rect l="l" t="t" r="r" b="b"/>
              <a:pathLst>
                <a:path w="839" h="1721" extrusionOk="0">
                  <a:moveTo>
                    <a:pt x="778" y="1"/>
                  </a:moveTo>
                  <a:cubicBezTo>
                    <a:pt x="772" y="1"/>
                    <a:pt x="765" y="2"/>
                    <a:pt x="758" y="4"/>
                  </a:cubicBezTo>
                  <a:cubicBezTo>
                    <a:pt x="732" y="22"/>
                    <a:pt x="714" y="49"/>
                    <a:pt x="732" y="75"/>
                  </a:cubicBezTo>
                  <a:cubicBezTo>
                    <a:pt x="741" y="93"/>
                    <a:pt x="758" y="102"/>
                    <a:pt x="767" y="102"/>
                  </a:cubicBezTo>
                  <a:lnTo>
                    <a:pt x="767" y="209"/>
                  </a:lnTo>
                  <a:lnTo>
                    <a:pt x="54" y="923"/>
                  </a:lnTo>
                  <a:lnTo>
                    <a:pt x="54" y="1610"/>
                  </a:lnTo>
                  <a:cubicBezTo>
                    <a:pt x="45" y="1610"/>
                    <a:pt x="45" y="1619"/>
                    <a:pt x="36" y="1619"/>
                  </a:cubicBezTo>
                  <a:cubicBezTo>
                    <a:pt x="9" y="1628"/>
                    <a:pt x="0" y="1663"/>
                    <a:pt x="9" y="1690"/>
                  </a:cubicBezTo>
                  <a:cubicBezTo>
                    <a:pt x="22" y="1710"/>
                    <a:pt x="41" y="1720"/>
                    <a:pt x="60" y="1720"/>
                  </a:cubicBezTo>
                  <a:cubicBezTo>
                    <a:pt x="67" y="1720"/>
                    <a:pt x="74" y="1719"/>
                    <a:pt x="80" y="1717"/>
                  </a:cubicBezTo>
                  <a:cubicBezTo>
                    <a:pt x="107" y="1699"/>
                    <a:pt x="125" y="1663"/>
                    <a:pt x="107" y="1637"/>
                  </a:cubicBezTo>
                  <a:cubicBezTo>
                    <a:pt x="98" y="1628"/>
                    <a:pt x="80" y="1619"/>
                    <a:pt x="71" y="1610"/>
                  </a:cubicBezTo>
                  <a:lnTo>
                    <a:pt x="71" y="932"/>
                  </a:lnTo>
                  <a:lnTo>
                    <a:pt x="785" y="218"/>
                  </a:lnTo>
                  <a:lnTo>
                    <a:pt x="785" y="102"/>
                  </a:lnTo>
                  <a:lnTo>
                    <a:pt x="803" y="102"/>
                  </a:lnTo>
                  <a:cubicBezTo>
                    <a:pt x="830" y="84"/>
                    <a:pt x="839" y="58"/>
                    <a:pt x="830" y="31"/>
                  </a:cubicBezTo>
                  <a:cubicBezTo>
                    <a:pt x="816" y="11"/>
                    <a:pt x="798" y="1"/>
                    <a:pt x="778"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8"/>
            <p:cNvSpPr/>
            <p:nvPr/>
          </p:nvSpPr>
          <p:spPr>
            <a:xfrm>
              <a:off x="7922967" y="2833051"/>
              <a:ext cx="69971" cy="157599"/>
            </a:xfrm>
            <a:custGeom>
              <a:avLst/>
              <a:gdLst/>
              <a:ahLst/>
              <a:cxnLst/>
              <a:rect l="l" t="t" r="r" b="b"/>
              <a:pathLst>
                <a:path w="848" h="1910" extrusionOk="0">
                  <a:moveTo>
                    <a:pt x="794" y="1"/>
                  </a:moveTo>
                  <a:cubicBezTo>
                    <a:pt x="768" y="1"/>
                    <a:pt x="741" y="27"/>
                    <a:pt x="741" y="54"/>
                  </a:cubicBezTo>
                  <a:cubicBezTo>
                    <a:pt x="741" y="63"/>
                    <a:pt x="741" y="81"/>
                    <a:pt x="750" y="90"/>
                  </a:cubicBezTo>
                  <a:lnTo>
                    <a:pt x="9" y="839"/>
                  </a:lnTo>
                  <a:lnTo>
                    <a:pt x="0" y="848"/>
                  </a:lnTo>
                  <a:lnTo>
                    <a:pt x="0" y="1535"/>
                  </a:lnTo>
                  <a:lnTo>
                    <a:pt x="295" y="1821"/>
                  </a:lnTo>
                  <a:cubicBezTo>
                    <a:pt x="295" y="1830"/>
                    <a:pt x="286" y="1838"/>
                    <a:pt x="286" y="1856"/>
                  </a:cubicBezTo>
                  <a:cubicBezTo>
                    <a:pt x="286" y="1883"/>
                    <a:pt x="313" y="1910"/>
                    <a:pt x="339" y="1910"/>
                  </a:cubicBezTo>
                  <a:cubicBezTo>
                    <a:pt x="375" y="1910"/>
                    <a:pt x="393" y="1883"/>
                    <a:pt x="393" y="1856"/>
                  </a:cubicBezTo>
                  <a:cubicBezTo>
                    <a:pt x="393" y="1821"/>
                    <a:pt x="375" y="1803"/>
                    <a:pt x="339" y="1803"/>
                  </a:cubicBezTo>
                  <a:cubicBezTo>
                    <a:pt x="330" y="1803"/>
                    <a:pt x="321" y="1803"/>
                    <a:pt x="313" y="1812"/>
                  </a:cubicBezTo>
                  <a:lnTo>
                    <a:pt x="18" y="1526"/>
                  </a:lnTo>
                  <a:lnTo>
                    <a:pt x="18" y="857"/>
                  </a:lnTo>
                  <a:lnTo>
                    <a:pt x="768" y="99"/>
                  </a:lnTo>
                  <a:cubicBezTo>
                    <a:pt x="776" y="108"/>
                    <a:pt x="785" y="108"/>
                    <a:pt x="794" y="108"/>
                  </a:cubicBezTo>
                  <a:cubicBezTo>
                    <a:pt x="821" y="108"/>
                    <a:pt x="848" y="81"/>
                    <a:pt x="848" y="54"/>
                  </a:cubicBezTo>
                  <a:cubicBezTo>
                    <a:pt x="848" y="27"/>
                    <a:pt x="821" y="1"/>
                    <a:pt x="794"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8"/>
            <p:cNvSpPr/>
            <p:nvPr/>
          </p:nvSpPr>
          <p:spPr>
            <a:xfrm>
              <a:off x="7789706" y="3124575"/>
              <a:ext cx="122284" cy="148275"/>
            </a:xfrm>
            <a:custGeom>
              <a:avLst/>
              <a:gdLst/>
              <a:ahLst/>
              <a:cxnLst/>
              <a:rect l="l" t="t" r="r" b="b"/>
              <a:pathLst>
                <a:path w="1482" h="1797" extrusionOk="0">
                  <a:moveTo>
                    <a:pt x="1428" y="0"/>
                  </a:moveTo>
                  <a:cubicBezTo>
                    <a:pt x="1401" y="0"/>
                    <a:pt x="1374" y="27"/>
                    <a:pt x="1374" y="54"/>
                  </a:cubicBezTo>
                  <a:cubicBezTo>
                    <a:pt x="1374" y="63"/>
                    <a:pt x="1374" y="72"/>
                    <a:pt x="1383" y="81"/>
                  </a:cubicBezTo>
                  <a:lnTo>
                    <a:pt x="54" y="1401"/>
                  </a:lnTo>
                  <a:lnTo>
                    <a:pt x="54" y="1686"/>
                  </a:lnTo>
                  <a:cubicBezTo>
                    <a:pt x="45" y="1686"/>
                    <a:pt x="45" y="1695"/>
                    <a:pt x="36" y="1695"/>
                  </a:cubicBezTo>
                  <a:cubicBezTo>
                    <a:pt x="10" y="1704"/>
                    <a:pt x="1" y="1740"/>
                    <a:pt x="18" y="1767"/>
                  </a:cubicBezTo>
                  <a:cubicBezTo>
                    <a:pt x="25" y="1787"/>
                    <a:pt x="47" y="1797"/>
                    <a:pt x="69" y="1797"/>
                  </a:cubicBezTo>
                  <a:cubicBezTo>
                    <a:pt x="76" y="1797"/>
                    <a:pt x="83" y="1796"/>
                    <a:pt x="90" y="1794"/>
                  </a:cubicBezTo>
                  <a:cubicBezTo>
                    <a:pt x="117" y="1776"/>
                    <a:pt x="125" y="1740"/>
                    <a:pt x="108" y="1713"/>
                  </a:cubicBezTo>
                  <a:cubicBezTo>
                    <a:pt x="99" y="1704"/>
                    <a:pt x="90" y="1695"/>
                    <a:pt x="72" y="1686"/>
                  </a:cubicBezTo>
                  <a:lnTo>
                    <a:pt x="72" y="1410"/>
                  </a:lnTo>
                  <a:lnTo>
                    <a:pt x="1392" y="90"/>
                  </a:lnTo>
                  <a:cubicBezTo>
                    <a:pt x="1401" y="99"/>
                    <a:pt x="1419" y="107"/>
                    <a:pt x="1428" y="107"/>
                  </a:cubicBezTo>
                  <a:cubicBezTo>
                    <a:pt x="1455" y="107"/>
                    <a:pt x="1481" y="81"/>
                    <a:pt x="1481" y="54"/>
                  </a:cubicBezTo>
                  <a:cubicBezTo>
                    <a:pt x="1481" y="27"/>
                    <a:pt x="1455" y="0"/>
                    <a:pt x="1428"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8"/>
            <p:cNvSpPr/>
            <p:nvPr/>
          </p:nvSpPr>
          <p:spPr>
            <a:xfrm>
              <a:off x="7916366" y="3194960"/>
              <a:ext cx="49342" cy="116508"/>
            </a:xfrm>
            <a:custGeom>
              <a:avLst/>
              <a:gdLst/>
              <a:ahLst/>
              <a:cxnLst/>
              <a:rect l="l" t="t" r="r" b="b"/>
              <a:pathLst>
                <a:path w="598" h="1412" extrusionOk="0">
                  <a:moveTo>
                    <a:pt x="537" y="0"/>
                  </a:moveTo>
                  <a:cubicBezTo>
                    <a:pt x="531" y="0"/>
                    <a:pt x="524" y="2"/>
                    <a:pt x="517" y="4"/>
                  </a:cubicBezTo>
                  <a:cubicBezTo>
                    <a:pt x="491" y="22"/>
                    <a:pt x="482" y="57"/>
                    <a:pt x="491" y="75"/>
                  </a:cubicBezTo>
                  <a:cubicBezTo>
                    <a:pt x="491" y="84"/>
                    <a:pt x="491" y="84"/>
                    <a:pt x="491" y="84"/>
                  </a:cubicBezTo>
                  <a:lnTo>
                    <a:pt x="54" y="530"/>
                  </a:lnTo>
                  <a:lnTo>
                    <a:pt x="45" y="530"/>
                  </a:lnTo>
                  <a:lnTo>
                    <a:pt x="45" y="1306"/>
                  </a:lnTo>
                  <a:lnTo>
                    <a:pt x="36" y="1306"/>
                  </a:lnTo>
                  <a:cubicBezTo>
                    <a:pt x="9" y="1324"/>
                    <a:pt x="0" y="1360"/>
                    <a:pt x="9" y="1378"/>
                  </a:cubicBezTo>
                  <a:cubicBezTo>
                    <a:pt x="22" y="1397"/>
                    <a:pt x="39" y="1412"/>
                    <a:pt x="58" y="1412"/>
                  </a:cubicBezTo>
                  <a:cubicBezTo>
                    <a:pt x="65" y="1412"/>
                    <a:pt x="73" y="1409"/>
                    <a:pt x="80" y="1404"/>
                  </a:cubicBezTo>
                  <a:cubicBezTo>
                    <a:pt x="107" y="1396"/>
                    <a:pt x="116" y="1360"/>
                    <a:pt x="107" y="1333"/>
                  </a:cubicBezTo>
                  <a:cubicBezTo>
                    <a:pt x="98" y="1315"/>
                    <a:pt x="80" y="1306"/>
                    <a:pt x="71" y="1306"/>
                  </a:cubicBezTo>
                  <a:lnTo>
                    <a:pt x="71" y="539"/>
                  </a:lnTo>
                  <a:lnTo>
                    <a:pt x="509" y="102"/>
                  </a:lnTo>
                  <a:cubicBezTo>
                    <a:pt x="517" y="106"/>
                    <a:pt x="526" y="109"/>
                    <a:pt x="535" y="109"/>
                  </a:cubicBezTo>
                  <a:cubicBezTo>
                    <a:pt x="544" y="109"/>
                    <a:pt x="553" y="106"/>
                    <a:pt x="562" y="102"/>
                  </a:cubicBezTo>
                  <a:cubicBezTo>
                    <a:pt x="589" y="93"/>
                    <a:pt x="598" y="57"/>
                    <a:pt x="589" y="31"/>
                  </a:cubicBezTo>
                  <a:cubicBezTo>
                    <a:pt x="575" y="11"/>
                    <a:pt x="557" y="0"/>
                    <a:pt x="537"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8"/>
            <p:cNvSpPr/>
            <p:nvPr/>
          </p:nvSpPr>
          <p:spPr>
            <a:xfrm>
              <a:off x="7803733" y="2812423"/>
              <a:ext cx="74426" cy="50168"/>
            </a:xfrm>
            <a:custGeom>
              <a:avLst/>
              <a:gdLst/>
              <a:ahLst/>
              <a:cxnLst/>
              <a:rect l="l" t="t" r="r" b="b"/>
              <a:pathLst>
                <a:path w="902" h="608" extrusionOk="0">
                  <a:moveTo>
                    <a:pt x="848" y="1"/>
                  </a:moveTo>
                  <a:cubicBezTo>
                    <a:pt x="812" y="1"/>
                    <a:pt x="794" y="19"/>
                    <a:pt x="794" y="54"/>
                  </a:cubicBezTo>
                  <a:cubicBezTo>
                    <a:pt x="794" y="63"/>
                    <a:pt x="794" y="72"/>
                    <a:pt x="803" y="81"/>
                  </a:cubicBezTo>
                  <a:lnTo>
                    <a:pt x="339" y="545"/>
                  </a:lnTo>
                  <a:lnTo>
                    <a:pt x="98" y="545"/>
                  </a:lnTo>
                  <a:cubicBezTo>
                    <a:pt x="98" y="527"/>
                    <a:pt x="80" y="500"/>
                    <a:pt x="54" y="500"/>
                  </a:cubicBezTo>
                  <a:cubicBezTo>
                    <a:pt x="18" y="500"/>
                    <a:pt x="0" y="527"/>
                    <a:pt x="0" y="554"/>
                  </a:cubicBezTo>
                  <a:cubicBezTo>
                    <a:pt x="0" y="590"/>
                    <a:pt x="18" y="608"/>
                    <a:pt x="54" y="608"/>
                  </a:cubicBezTo>
                  <a:cubicBezTo>
                    <a:pt x="80" y="608"/>
                    <a:pt x="98" y="590"/>
                    <a:pt x="98" y="563"/>
                  </a:cubicBezTo>
                  <a:lnTo>
                    <a:pt x="348" y="563"/>
                  </a:lnTo>
                  <a:lnTo>
                    <a:pt x="812" y="90"/>
                  </a:lnTo>
                  <a:cubicBezTo>
                    <a:pt x="821" y="99"/>
                    <a:pt x="830" y="108"/>
                    <a:pt x="848" y="108"/>
                  </a:cubicBezTo>
                  <a:cubicBezTo>
                    <a:pt x="874" y="108"/>
                    <a:pt x="901" y="81"/>
                    <a:pt x="901" y="54"/>
                  </a:cubicBezTo>
                  <a:cubicBezTo>
                    <a:pt x="901" y="19"/>
                    <a:pt x="874" y="1"/>
                    <a:pt x="848"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8"/>
            <p:cNvSpPr/>
            <p:nvPr/>
          </p:nvSpPr>
          <p:spPr>
            <a:xfrm>
              <a:off x="7800020" y="2783708"/>
              <a:ext cx="112712" cy="103883"/>
            </a:xfrm>
            <a:custGeom>
              <a:avLst/>
              <a:gdLst/>
              <a:ahLst/>
              <a:cxnLst/>
              <a:rect l="l" t="t" r="r" b="b"/>
              <a:pathLst>
                <a:path w="1366" h="1259" extrusionOk="0">
                  <a:moveTo>
                    <a:pt x="1276" y="1"/>
                  </a:moveTo>
                  <a:cubicBezTo>
                    <a:pt x="1232" y="1"/>
                    <a:pt x="1187" y="37"/>
                    <a:pt x="1187" y="90"/>
                  </a:cubicBezTo>
                  <a:cubicBezTo>
                    <a:pt x="1187" y="135"/>
                    <a:pt x="1223" y="170"/>
                    <a:pt x="1267" y="170"/>
                  </a:cubicBezTo>
                  <a:lnTo>
                    <a:pt x="1267" y="527"/>
                  </a:lnTo>
                  <a:lnTo>
                    <a:pt x="589" y="1196"/>
                  </a:lnTo>
                  <a:lnTo>
                    <a:pt x="108" y="1196"/>
                  </a:lnTo>
                  <a:cubicBezTo>
                    <a:pt x="108" y="1179"/>
                    <a:pt x="81" y="1152"/>
                    <a:pt x="54" y="1152"/>
                  </a:cubicBezTo>
                  <a:cubicBezTo>
                    <a:pt x="27" y="1152"/>
                    <a:pt x="0" y="1179"/>
                    <a:pt x="0" y="1205"/>
                  </a:cubicBezTo>
                  <a:cubicBezTo>
                    <a:pt x="0" y="1241"/>
                    <a:pt x="27" y="1259"/>
                    <a:pt x="54" y="1259"/>
                  </a:cubicBezTo>
                  <a:cubicBezTo>
                    <a:pt x="81" y="1259"/>
                    <a:pt x="108" y="1241"/>
                    <a:pt x="108" y="1214"/>
                  </a:cubicBezTo>
                  <a:lnTo>
                    <a:pt x="598" y="1214"/>
                  </a:lnTo>
                  <a:lnTo>
                    <a:pt x="1285" y="536"/>
                  </a:lnTo>
                  <a:lnTo>
                    <a:pt x="1285" y="170"/>
                  </a:lnTo>
                  <a:cubicBezTo>
                    <a:pt x="1330" y="170"/>
                    <a:pt x="1365" y="135"/>
                    <a:pt x="1365" y="90"/>
                  </a:cubicBezTo>
                  <a:cubicBezTo>
                    <a:pt x="1365" y="37"/>
                    <a:pt x="1321" y="1"/>
                    <a:pt x="1276" y="1"/>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8"/>
            <p:cNvSpPr/>
            <p:nvPr/>
          </p:nvSpPr>
          <p:spPr>
            <a:xfrm>
              <a:off x="7794904" y="2919939"/>
              <a:ext cx="72941" cy="30282"/>
            </a:xfrm>
            <a:custGeom>
              <a:avLst/>
              <a:gdLst/>
              <a:ahLst/>
              <a:cxnLst/>
              <a:rect l="l" t="t" r="r" b="b"/>
              <a:pathLst>
                <a:path w="884" h="367" extrusionOk="0">
                  <a:moveTo>
                    <a:pt x="830" y="0"/>
                  </a:moveTo>
                  <a:cubicBezTo>
                    <a:pt x="803" y="0"/>
                    <a:pt x="785" y="18"/>
                    <a:pt x="776" y="45"/>
                  </a:cubicBezTo>
                  <a:lnTo>
                    <a:pt x="196" y="45"/>
                  </a:lnTo>
                  <a:lnTo>
                    <a:pt x="45" y="179"/>
                  </a:lnTo>
                  <a:lnTo>
                    <a:pt x="45" y="259"/>
                  </a:lnTo>
                  <a:cubicBezTo>
                    <a:pt x="18" y="268"/>
                    <a:pt x="0" y="286"/>
                    <a:pt x="0" y="313"/>
                  </a:cubicBezTo>
                  <a:cubicBezTo>
                    <a:pt x="0" y="339"/>
                    <a:pt x="18" y="366"/>
                    <a:pt x="54" y="366"/>
                  </a:cubicBezTo>
                  <a:cubicBezTo>
                    <a:pt x="80" y="366"/>
                    <a:pt x="107" y="339"/>
                    <a:pt x="107" y="313"/>
                  </a:cubicBezTo>
                  <a:cubicBezTo>
                    <a:pt x="107" y="286"/>
                    <a:pt x="80" y="268"/>
                    <a:pt x="62" y="259"/>
                  </a:cubicBezTo>
                  <a:lnTo>
                    <a:pt x="62" y="188"/>
                  </a:lnTo>
                  <a:lnTo>
                    <a:pt x="205" y="63"/>
                  </a:lnTo>
                  <a:lnTo>
                    <a:pt x="776" y="63"/>
                  </a:lnTo>
                  <a:cubicBezTo>
                    <a:pt x="785" y="90"/>
                    <a:pt x="803" y="107"/>
                    <a:pt x="830" y="107"/>
                  </a:cubicBezTo>
                  <a:cubicBezTo>
                    <a:pt x="865" y="107"/>
                    <a:pt x="883" y="81"/>
                    <a:pt x="883" y="54"/>
                  </a:cubicBezTo>
                  <a:cubicBezTo>
                    <a:pt x="883" y="27"/>
                    <a:pt x="865" y="0"/>
                    <a:pt x="830"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8"/>
            <p:cNvSpPr/>
            <p:nvPr/>
          </p:nvSpPr>
          <p:spPr>
            <a:xfrm>
              <a:off x="7632185" y="2598958"/>
              <a:ext cx="413058" cy="926863"/>
            </a:xfrm>
            <a:custGeom>
              <a:avLst/>
              <a:gdLst/>
              <a:ahLst/>
              <a:cxnLst/>
              <a:rect l="l" t="t" r="r" b="b"/>
              <a:pathLst>
                <a:path w="5006" h="11233" extrusionOk="0">
                  <a:moveTo>
                    <a:pt x="3810" y="126"/>
                  </a:moveTo>
                  <a:lnTo>
                    <a:pt x="3810" y="1259"/>
                  </a:lnTo>
                  <a:lnTo>
                    <a:pt x="3667" y="1259"/>
                  </a:lnTo>
                  <a:lnTo>
                    <a:pt x="3667" y="946"/>
                  </a:lnTo>
                  <a:lnTo>
                    <a:pt x="3453" y="732"/>
                  </a:lnTo>
                  <a:lnTo>
                    <a:pt x="3453" y="251"/>
                  </a:lnTo>
                  <a:cubicBezTo>
                    <a:pt x="3578" y="197"/>
                    <a:pt x="3694" y="161"/>
                    <a:pt x="3810" y="126"/>
                  </a:cubicBezTo>
                  <a:close/>
                  <a:moveTo>
                    <a:pt x="3970" y="81"/>
                  </a:moveTo>
                  <a:lnTo>
                    <a:pt x="3970" y="1259"/>
                  </a:lnTo>
                  <a:lnTo>
                    <a:pt x="3828" y="1259"/>
                  </a:lnTo>
                  <a:lnTo>
                    <a:pt x="3828" y="117"/>
                  </a:lnTo>
                  <a:cubicBezTo>
                    <a:pt x="3881" y="108"/>
                    <a:pt x="3926" y="99"/>
                    <a:pt x="3970" y="81"/>
                  </a:cubicBezTo>
                  <a:close/>
                  <a:moveTo>
                    <a:pt x="3435" y="251"/>
                  </a:moveTo>
                  <a:lnTo>
                    <a:pt x="3435" y="732"/>
                  </a:lnTo>
                  <a:lnTo>
                    <a:pt x="3649" y="955"/>
                  </a:lnTo>
                  <a:lnTo>
                    <a:pt x="3649" y="1259"/>
                  </a:lnTo>
                  <a:lnTo>
                    <a:pt x="3658" y="1259"/>
                  </a:lnTo>
                  <a:cubicBezTo>
                    <a:pt x="3605" y="1259"/>
                    <a:pt x="3551" y="1294"/>
                    <a:pt x="3524" y="1339"/>
                  </a:cubicBezTo>
                  <a:lnTo>
                    <a:pt x="3524" y="1330"/>
                  </a:lnTo>
                  <a:lnTo>
                    <a:pt x="3212" y="1330"/>
                  </a:lnTo>
                  <a:lnTo>
                    <a:pt x="2953" y="1071"/>
                  </a:lnTo>
                  <a:lnTo>
                    <a:pt x="2454" y="1071"/>
                  </a:lnTo>
                  <a:cubicBezTo>
                    <a:pt x="2498" y="946"/>
                    <a:pt x="2543" y="839"/>
                    <a:pt x="2605" y="768"/>
                  </a:cubicBezTo>
                  <a:cubicBezTo>
                    <a:pt x="2757" y="572"/>
                    <a:pt x="3087" y="393"/>
                    <a:pt x="3435" y="251"/>
                  </a:cubicBezTo>
                  <a:close/>
                  <a:moveTo>
                    <a:pt x="4256" y="37"/>
                  </a:moveTo>
                  <a:cubicBezTo>
                    <a:pt x="4372" y="37"/>
                    <a:pt x="4595" y="117"/>
                    <a:pt x="4693" y="188"/>
                  </a:cubicBezTo>
                  <a:cubicBezTo>
                    <a:pt x="4782" y="260"/>
                    <a:pt x="4952" y="572"/>
                    <a:pt x="4970" y="607"/>
                  </a:cubicBezTo>
                  <a:lnTo>
                    <a:pt x="4970" y="1241"/>
                  </a:lnTo>
                  <a:lnTo>
                    <a:pt x="4746" y="1241"/>
                  </a:lnTo>
                  <a:lnTo>
                    <a:pt x="4657" y="1330"/>
                  </a:lnTo>
                  <a:lnTo>
                    <a:pt x="4283" y="1330"/>
                  </a:lnTo>
                  <a:lnTo>
                    <a:pt x="4283" y="1339"/>
                  </a:lnTo>
                  <a:cubicBezTo>
                    <a:pt x="4256" y="1303"/>
                    <a:pt x="4211" y="1268"/>
                    <a:pt x="4167" y="1268"/>
                  </a:cubicBezTo>
                  <a:lnTo>
                    <a:pt x="4176" y="1268"/>
                  </a:lnTo>
                  <a:lnTo>
                    <a:pt x="4176" y="946"/>
                  </a:lnTo>
                  <a:lnTo>
                    <a:pt x="4381" y="723"/>
                  </a:lnTo>
                  <a:lnTo>
                    <a:pt x="4381" y="63"/>
                  </a:lnTo>
                  <a:lnTo>
                    <a:pt x="4363" y="63"/>
                  </a:lnTo>
                  <a:lnTo>
                    <a:pt x="4363" y="715"/>
                  </a:lnTo>
                  <a:lnTo>
                    <a:pt x="4167" y="938"/>
                  </a:lnTo>
                  <a:lnTo>
                    <a:pt x="4158" y="946"/>
                  </a:lnTo>
                  <a:lnTo>
                    <a:pt x="4158" y="1268"/>
                  </a:lnTo>
                  <a:cubicBezTo>
                    <a:pt x="4158" y="1268"/>
                    <a:pt x="4149" y="1259"/>
                    <a:pt x="4149" y="1259"/>
                  </a:cubicBezTo>
                  <a:lnTo>
                    <a:pt x="3988" y="1259"/>
                  </a:lnTo>
                  <a:lnTo>
                    <a:pt x="3988" y="81"/>
                  </a:lnTo>
                  <a:cubicBezTo>
                    <a:pt x="4077" y="63"/>
                    <a:pt x="4158" y="45"/>
                    <a:pt x="4229" y="37"/>
                  </a:cubicBezTo>
                  <a:close/>
                  <a:moveTo>
                    <a:pt x="2944" y="1089"/>
                  </a:moveTo>
                  <a:lnTo>
                    <a:pt x="3203" y="1348"/>
                  </a:lnTo>
                  <a:lnTo>
                    <a:pt x="3524" y="1348"/>
                  </a:lnTo>
                  <a:cubicBezTo>
                    <a:pt x="3515" y="1366"/>
                    <a:pt x="3506" y="1393"/>
                    <a:pt x="3506" y="1419"/>
                  </a:cubicBezTo>
                  <a:lnTo>
                    <a:pt x="3506" y="1491"/>
                  </a:lnTo>
                  <a:lnTo>
                    <a:pt x="3203" y="1491"/>
                  </a:lnTo>
                  <a:lnTo>
                    <a:pt x="2944" y="1250"/>
                  </a:lnTo>
                  <a:lnTo>
                    <a:pt x="2391" y="1250"/>
                  </a:lnTo>
                  <a:cubicBezTo>
                    <a:pt x="2409" y="1196"/>
                    <a:pt x="2427" y="1143"/>
                    <a:pt x="2445" y="1089"/>
                  </a:cubicBezTo>
                  <a:close/>
                  <a:moveTo>
                    <a:pt x="4970" y="1259"/>
                  </a:moveTo>
                  <a:lnTo>
                    <a:pt x="4970" y="1526"/>
                  </a:lnTo>
                  <a:lnTo>
                    <a:pt x="4300" y="1526"/>
                  </a:lnTo>
                  <a:lnTo>
                    <a:pt x="4300" y="1419"/>
                  </a:lnTo>
                  <a:cubicBezTo>
                    <a:pt x="4300" y="1393"/>
                    <a:pt x="4292" y="1366"/>
                    <a:pt x="4283" y="1348"/>
                  </a:cubicBezTo>
                  <a:lnTo>
                    <a:pt x="4657" y="1348"/>
                  </a:lnTo>
                  <a:lnTo>
                    <a:pt x="4755" y="1259"/>
                  </a:lnTo>
                  <a:close/>
                  <a:moveTo>
                    <a:pt x="2944" y="1268"/>
                  </a:moveTo>
                  <a:lnTo>
                    <a:pt x="3194" y="1508"/>
                  </a:lnTo>
                  <a:lnTo>
                    <a:pt x="3506" y="1508"/>
                  </a:lnTo>
                  <a:lnTo>
                    <a:pt x="3506" y="1651"/>
                  </a:lnTo>
                  <a:lnTo>
                    <a:pt x="2266" y="1651"/>
                  </a:lnTo>
                  <a:cubicBezTo>
                    <a:pt x="2302" y="1571"/>
                    <a:pt x="2329" y="1473"/>
                    <a:pt x="2356" y="1384"/>
                  </a:cubicBezTo>
                  <a:cubicBezTo>
                    <a:pt x="2365" y="1348"/>
                    <a:pt x="2373" y="1303"/>
                    <a:pt x="2391" y="1268"/>
                  </a:cubicBezTo>
                  <a:close/>
                  <a:moveTo>
                    <a:pt x="4970" y="1544"/>
                  </a:moveTo>
                  <a:lnTo>
                    <a:pt x="4970" y="1687"/>
                  </a:lnTo>
                  <a:lnTo>
                    <a:pt x="4300" y="1687"/>
                  </a:lnTo>
                  <a:lnTo>
                    <a:pt x="4300" y="1544"/>
                  </a:lnTo>
                  <a:close/>
                  <a:moveTo>
                    <a:pt x="3506" y="1669"/>
                  </a:moveTo>
                  <a:lnTo>
                    <a:pt x="3506" y="1803"/>
                  </a:lnTo>
                  <a:lnTo>
                    <a:pt x="2213" y="1803"/>
                  </a:lnTo>
                  <a:cubicBezTo>
                    <a:pt x="2231" y="1758"/>
                    <a:pt x="2249" y="1714"/>
                    <a:pt x="2266" y="1669"/>
                  </a:cubicBezTo>
                  <a:close/>
                  <a:moveTo>
                    <a:pt x="4970" y="1705"/>
                  </a:moveTo>
                  <a:lnTo>
                    <a:pt x="4970" y="1928"/>
                  </a:lnTo>
                  <a:lnTo>
                    <a:pt x="4729" y="1928"/>
                  </a:lnTo>
                  <a:lnTo>
                    <a:pt x="4622" y="1839"/>
                  </a:lnTo>
                  <a:lnTo>
                    <a:pt x="4300" y="1839"/>
                  </a:lnTo>
                  <a:lnTo>
                    <a:pt x="4300" y="1705"/>
                  </a:lnTo>
                  <a:close/>
                  <a:moveTo>
                    <a:pt x="777" y="3070"/>
                  </a:moveTo>
                  <a:lnTo>
                    <a:pt x="1365" y="3614"/>
                  </a:lnTo>
                  <a:lnTo>
                    <a:pt x="1365" y="4470"/>
                  </a:lnTo>
                  <a:lnTo>
                    <a:pt x="1169" y="4470"/>
                  </a:lnTo>
                  <a:cubicBezTo>
                    <a:pt x="1053" y="4470"/>
                    <a:pt x="955" y="4568"/>
                    <a:pt x="955" y="4693"/>
                  </a:cubicBezTo>
                  <a:lnTo>
                    <a:pt x="955" y="4881"/>
                  </a:lnTo>
                  <a:lnTo>
                    <a:pt x="72" y="4881"/>
                  </a:lnTo>
                  <a:cubicBezTo>
                    <a:pt x="72" y="4827"/>
                    <a:pt x="81" y="4782"/>
                    <a:pt x="81" y="4738"/>
                  </a:cubicBezTo>
                  <a:cubicBezTo>
                    <a:pt x="90" y="4675"/>
                    <a:pt x="108" y="4613"/>
                    <a:pt x="125" y="4551"/>
                  </a:cubicBezTo>
                  <a:lnTo>
                    <a:pt x="339" y="4551"/>
                  </a:lnTo>
                  <a:lnTo>
                    <a:pt x="411" y="4675"/>
                  </a:lnTo>
                  <a:lnTo>
                    <a:pt x="955" y="4675"/>
                  </a:lnTo>
                  <a:lnTo>
                    <a:pt x="955" y="4658"/>
                  </a:lnTo>
                  <a:lnTo>
                    <a:pt x="429" y="4658"/>
                  </a:lnTo>
                  <a:lnTo>
                    <a:pt x="348" y="4533"/>
                  </a:lnTo>
                  <a:lnTo>
                    <a:pt x="134" y="4533"/>
                  </a:lnTo>
                  <a:cubicBezTo>
                    <a:pt x="206" y="4256"/>
                    <a:pt x="331" y="3917"/>
                    <a:pt x="482" y="3605"/>
                  </a:cubicBezTo>
                  <a:lnTo>
                    <a:pt x="812" y="3908"/>
                  </a:lnTo>
                  <a:lnTo>
                    <a:pt x="812" y="4113"/>
                  </a:lnTo>
                  <a:cubicBezTo>
                    <a:pt x="786" y="4122"/>
                    <a:pt x="768" y="4140"/>
                    <a:pt x="768" y="4167"/>
                  </a:cubicBezTo>
                  <a:cubicBezTo>
                    <a:pt x="768" y="4194"/>
                    <a:pt x="794" y="4220"/>
                    <a:pt x="821" y="4220"/>
                  </a:cubicBezTo>
                  <a:cubicBezTo>
                    <a:pt x="857" y="4220"/>
                    <a:pt x="875" y="4194"/>
                    <a:pt x="875" y="4167"/>
                  </a:cubicBezTo>
                  <a:cubicBezTo>
                    <a:pt x="875" y="4140"/>
                    <a:pt x="857" y="4122"/>
                    <a:pt x="830" y="4113"/>
                  </a:cubicBezTo>
                  <a:lnTo>
                    <a:pt x="830" y="3899"/>
                  </a:lnTo>
                  <a:lnTo>
                    <a:pt x="491" y="3596"/>
                  </a:lnTo>
                  <a:cubicBezTo>
                    <a:pt x="518" y="3534"/>
                    <a:pt x="545" y="3471"/>
                    <a:pt x="580" y="3418"/>
                  </a:cubicBezTo>
                  <a:lnTo>
                    <a:pt x="1142" y="3935"/>
                  </a:lnTo>
                  <a:lnTo>
                    <a:pt x="1142" y="4470"/>
                  </a:lnTo>
                  <a:lnTo>
                    <a:pt x="1169" y="4470"/>
                  </a:lnTo>
                  <a:lnTo>
                    <a:pt x="1169" y="3926"/>
                  </a:lnTo>
                  <a:lnTo>
                    <a:pt x="589" y="3400"/>
                  </a:lnTo>
                  <a:cubicBezTo>
                    <a:pt x="652" y="3275"/>
                    <a:pt x="714" y="3168"/>
                    <a:pt x="777" y="3070"/>
                  </a:cubicBezTo>
                  <a:close/>
                  <a:moveTo>
                    <a:pt x="4184" y="2053"/>
                  </a:moveTo>
                  <a:lnTo>
                    <a:pt x="4184" y="2802"/>
                  </a:lnTo>
                  <a:lnTo>
                    <a:pt x="3328" y="3650"/>
                  </a:lnTo>
                  <a:lnTo>
                    <a:pt x="3328" y="4542"/>
                  </a:lnTo>
                  <a:lnTo>
                    <a:pt x="3685" y="4890"/>
                  </a:lnTo>
                  <a:lnTo>
                    <a:pt x="3694" y="4898"/>
                  </a:lnTo>
                  <a:lnTo>
                    <a:pt x="4140" y="4898"/>
                  </a:lnTo>
                  <a:lnTo>
                    <a:pt x="4140" y="4881"/>
                  </a:lnTo>
                  <a:lnTo>
                    <a:pt x="3703" y="4881"/>
                  </a:lnTo>
                  <a:lnTo>
                    <a:pt x="3346" y="4533"/>
                  </a:lnTo>
                  <a:lnTo>
                    <a:pt x="3346" y="3658"/>
                  </a:lnTo>
                  <a:lnTo>
                    <a:pt x="4202" y="2811"/>
                  </a:lnTo>
                  <a:lnTo>
                    <a:pt x="4202" y="2053"/>
                  </a:lnTo>
                  <a:close/>
                  <a:moveTo>
                    <a:pt x="955" y="4898"/>
                  </a:moveTo>
                  <a:lnTo>
                    <a:pt x="955" y="5130"/>
                  </a:lnTo>
                  <a:lnTo>
                    <a:pt x="54" y="5130"/>
                  </a:lnTo>
                  <a:cubicBezTo>
                    <a:pt x="54" y="5050"/>
                    <a:pt x="63" y="4970"/>
                    <a:pt x="63" y="4898"/>
                  </a:cubicBezTo>
                  <a:close/>
                  <a:moveTo>
                    <a:pt x="955" y="5148"/>
                  </a:moveTo>
                  <a:lnTo>
                    <a:pt x="955" y="5362"/>
                  </a:lnTo>
                  <a:lnTo>
                    <a:pt x="393" y="5362"/>
                  </a:lnTo>
                  <a:lnTo>
                    <a:pt x="286" y="5478"/>
                  </a:lnTo>
                  <a:lnTo>
                    <a:pt x="54" y="5478"/>
                  </a:lnTo>
                  <a:cubicBezTo>
                    <a:pt x="54" y="5371"/>
                    <a:pt x="54" y="5255"/>
                    <a:pt x="54" y="5148"/>
                  </a:cubicBezTo>
                  <a:close/>
                  <a:moveTo>
                    <a:pt x="955" y="5371"/>
                  </a:moveTo>
                  <a:cubicBezTo>
                    <a:pt x="964" y="5487"/>
                    <a:pt x="1053" y="5576"/>
                    <a:pt x="1169" y="5576"/>
                  </a:cubicBezTo>
                  <a:lnTo>
                    <a:pt x="1365" y="5576"/>
                  </a:lnTo>
                  <a:lnTo>
                    <a:pt x="1365" y="5960"/>
                  </a:lnTo>
                  <a:lnTo>
                    <a:pt x="919" y="6397"/>
                  </a:lnTo>
                  <a:lnTo>
                    <a:pt x="224" y="6397"/>
                  </a:lnTo>
                  <a:lnTo>
                    <a:pt x="224" y="6406"/>
                  </a:lnTo>
                  <a:cubicBezTo>
                    <a:pt x="197" y="6335"/>
                    <a:pt x="179" y="6272"/>
                    <a:pt x="152" y="6210"/>
                  </a:cubicBezTo>
                  <a:lnTo>
                    <a:pt x="893" y="6210"/>
                  </a:lnTo>
                  <a:lnTo>
                    <a:pt x="1142" y="5933"/>
                  </a:lnTo>
                  <a:lnTo>
                    <a:pt x="1142" y="5576"/>
                  </a:lnTo>
                  <a:lnTo>
                    <a:pt x="1125" y="5576"/>
                  </a:lnTo>
                  <a:lnTo>
                    <a:pt x="1125" y="5924"/>
                  </a:lnTo>
                  <a:lnTo>
                    <a:pt x="884" y="6192"/>
                  </a:lnTo>
                  <a:lnTo>
                    <a:pt x="152" y="6192"/>
                  </a:lnTo>
                  <a:cubicBezTo>
                    <a:pt x="143" y="6156"/>
                    <a:pt x="125" y="6121"/>
                    <a:pt x="116" y="6085"/>
                  </a:cubicBezTo>
                  <a:lnTo>
                    <a:pt x="687" y="6085"/>
                  </a:lnTo>
                  <a:lnTo>
                    <a:pt x="794" y="5978"/>
                  </a:lnTo>
                  <a:cubicBezTo>
                    <a:pt x="803" y="5982"/>
                    <a:pt x="812" y="5985"/>
                    <a:pt x="821" y="5985"/>
                  </a:cubicBezTo>
                  <a:cubicBezTo>
                    <a:pt x="830" y="5985"/>
                    <a:pt x="839" y="5982"/>
                    <a:pt x="848" y="5978"/>
                  </a:cubicBezTo>
                  <a:cubicBezTo>
                    <a:pt x="875" y="5969"/>
                    <a:pt x="884" y="5933"/>
                    <a:pt x="875" y="5907"/>
                  </a:cubicBezTo>
                  <a:cubicBezTo>
                    <a:pt x="863" y="5889"/>
                    <a:pt x="848" y="5879"/>
                    <a:pt x="831" y="5879"/>
                  </a:cubicBezTo>
                  <a:cubicBezTo>
                    <a:pt x="822" y="5879"/>
                    <a:pt x="813" y="5882"/>
                    <a:pt x="803" y="5889"/>
                  </a:cubicBezTo>
                  <a:cubicBezTo>
                    <a:pt x="777" y="5898"/>
                    <a:pt x="768" y="5933"/>
                    <a:pt x="777" y="5960"/>
                  </a:cubicBezTo>
                  <a:cubicBezTo>
                    <a:pt x="777" y="5960"/>
                    <a:pt x="777" y="5960"/>
                    <a:pt x="786" y="5969"/>
                  </a:cubicBezTo>
                  <a:lnTo>
                    <a:pt x="678" y="6067"/>
                  </a:lnTo>
                  <a:lnTo>
                    <a:pt x="116" y="6067"/>
                  </a:lnTo>
                  <a:cubicBezTo>
                    <a:pt x="108" y="6049"/>
                    <a:pt x="108" y="6022"/>
                    <a:pt x="99" y="6005"/>
                  </a:cubicBezTo>
                  <a:cubicBezTo>
                    <a:pt x="99" y="5978"/>
                    <a:pt x="90" y="5960"/>
                    <a:pt x="90" y="5942"/>
                  </a:cubicBezTo>
                  <a:lnTo>
                    <a:pt x="473" y="5942"/>
                  </a:lnTo>
                  <a:lnTo>
                    <a:pt x="554" y="5871"/>
                  </a:lnTo>
                  <a:cubicBezTo>
                    <a:pt x="566" y="5877"/>
                    <a:pt x="583" y="5883"/>
                    <a:pt x="599" y="5883"/>
                  </a:cubicBezTo>
                  <a:cubicBezTo>
                    <a:pt x="605" y="5883"/>
                    <a:pt x="611" y="5882"/>
                    <a:pt x="616" y="5880"/>
                  </a:cubicBezTo>
                  <a:cubicBezTo>
                    <a:pt x="643" y="5862"/>
                    <a:pt x="652" y="5835"/>
                    <a:pt x="643" y="5808"/>
                  </a:cubicBezTo>
                  <a:cubicBezTo>
                    <a:pt x="630" y="5789"/>
                    <a:pt x="612" y="5774"/>
                    <a:pt x="594" y="5774"/>
                  </a:cubicBezTo>
                  <a:cubicBezTo>
                    <a:pt x="586" y="5774"/>
                    <a:pt x="579" y="5777"/>
                    <a:pt x="571" y="5782"/>
                  </a:cubicBezTo>
                  <a:cubicBezTo>
                    <a:pt x="545" y="5791"/>
                    <a:pt x="527" y="5826"/>
                    <a:pt x="545" y="5853"/>
                  </a:cubicBezTo>
                  <a:lnTo>
                    <a:pt x="464" y="5924"/>
                  </a:lnTo>
                  <a:lnTo>
                    <a:pt x="90" y="5924"/>
                  </a:lnTo>
                  <a:cubicBezTo>
                    <a:pt x="81" y="5898"/>
                    <a:pt x="81" y="5862"/>
                    <a:pt x="72" y="5835"/>
                  </a:cubicBezTo>
                  <a:lnTo>
                    <a:pt x="366" y="5835"/>
                  </a:lnTo>
                  <a:lnTo>
                    <a:pt x="447" y="5746"/>
                  </a:lnTo>
                  <a:cubicBezTo>
                    <a:pt x="455" y="5750"/>
                    <a:pt x="464" y="5753"/>
                    <a:pt x="474" y="5753"/>
                  </a:cubicBezTo>
                  <a:cubicBezTo>
                    <a:pt x="484" y="5753"/>
                    <a:pt x="496" y="5750"/>
                    <a:pt x="509" y="5746"/>
                  </a:cubicBezTo>
                  <a:cubicBezTo>
                    <a:pt x="527" y="5737"/>
                    <a:pt x="545" y="5701"/>
                    <a:pt x="527" y="5675"/>
                  </a:cubicBezTo>
                  <a:cubicBezTo>
                    <a:pt x="520" y="5655"/>
                    <a:pt x="498" y="5644"/>
                    <a:pt x="477" y="5644"/>
                  </a:cubicBezTo>
                  <a:cubicBezTo>
                    <a:pt x="469" y="5644"/>
                    <a:pt x="462" y="5646"/>
                    <a:pt x="455" y="5648"/>
                  </a:cubicBezTo>
                  <a:cubicBezTo>
                    <a:pt x="429" y="5666"/>
                    <a:pt x="420" y="5692"/>
                    <a:pt x="429" y="5719"/>
                  </a:cubicBezTo>
                  <a:cubicBezTo>
                    <a:pt x="438" y="5728"/>
                    <a:pt x="438" y="5728"/>
                    <a:pt x="438" y="5728"/>
                  </a:cubicBezTo>
                  <a:lnTo>
                    <a:pt x="357" y="5817"/>
                  </a:lnTo>
                  <a:lnTo>
                    <a:pt x="72" y="5817"/>
                  </a:lnTo>
                  <a:cubicBezTo>
                    <a:pt x="72" y="5773"/>
                    <a:pt x="63" y="5737"/>
                    <a:pt x="63" y="5692"/>
                  </a:cubicBezTo>
                  <a:lnTo>
                    <a:pt x="241" y="5692"/>
                  </a:lnTo>
                  <a:lnTo>
                    <a:pt x="322" y="5621"/>
                  </a:lnTo>
                  <a:cubicBezTo>
                    <a:pt x="332" y="5632"/>
                    <a:pt x="343" y="5636"/>
                    <a:pt x="353" y="5636"/>
                  </a:cubicBezTo>
                  <a:cubicBezTo>
                    <a:pt x="360" y="5636"/>
                    <a:pt x="368" y="5634"/>
                    <a:pt x="375" y="5630"/>
                  </a:cubicBezTo>
                  <a:cubicBezTo>
                    <a:pt x="402" y="5621"/>
                    <a:pt x="420" y="5585"/>
                    <a:pt x="402" y="5559"/>
                  </a:cubicBezTo>
                  <a:cubicBezTo>
                    <a:pt x="395" y="5539"/>
                    <a:pt x="374" y="5528"/>
                    <a:pt x="352" y="5528"/>
                  </a:cubicBezTo>
                  <a:cubicBezTo>
                    <a:pt x="345" y="5528"/>
                    <a:pt x="337" y="5530"/>
                    <a:pt x="331" y="5532"/>
                  </a:cubicBezTo>
                  <a:cubicBezTo>
                    <a:pt x="304" y="5550"/>
                    <a:pt x="295" y="5585"/>
                    <a:pt x="304" y="5603"/>
                  </a:cubicBezTo>
                  <a:cubicBezTo>
                    <a:pt x="304" y="5612"/>
                    <a:pt x="313" y="5612"/>
                    <a:pt x="313" y="5612"/>
                  </a:cubicBezTo>
                  <a:lnTo>
                    <a:pt x="241" y="5675"/>
                  </a:lnTo>
                  <a:lnTo>
                    <a:pt x="63" y="5675"/>
                  </a:lnTo>
                  <a:cubicBezTo>
                    <a:pt x="63" y="5621"/>
                    <a:pt x="54" y="5559"/>
                    <a:pt x="54" y="5496"/>
                  </a:cubicBezTo>
                  <a:lnTo>
                    <a:pt x="295" y="5496"/>
                  </a:lnTo>
                  <a:lnTo>
                    <a:pt x="402" y="5380"/>
                  </a:lnTo>
                  <a:lnTo>
                    <a:pt x="955" y="5380"/>
                  </a:lnTo>
                  <a:lnTo>
                    <a:pt x="955" y="5371"/>
                  </a:lnTo>
                  <a:close/>
                  <a:moveTo>
                    <a:pt x="1606" y="5576"/>
                  </a:moveTo>
                  <a:lnTo>
                    <a:pt x="1606" y="5924"/>
                  </a:lnTo>
                  <a:lnTo>
                    <a:pt x="946" y="6620"/>
                  </a:lnTo>
                  <a:lnTo>
                    <a:pt x="304" y="6620"/>
                  </a:lnTo>
                  <a:cubicBezTo>
                    <a:pt x="277" y="6558"/>
                    <a:pt x="250" y="6486"/>
                    <a:pt x="232" y="6415"/>
                  </a:cubicBezTo>
                  <a:lnTo>
                    <a:pt x="928" y="6415"/>
                  </a:lnTo>
                  <a:lnTo>
                    <a:pt x="1383" y="5969"/>
                  </a:lnTo>
                  <a:lnTo>
                    <a:pt x="1383" y="5576"/>
                  </a:lnTo>
                  <a:close/>
                  <a:moveTo>
                    <a:pt x="1829" y="5576"/>
                  </a:moveTo>
                  <a:lnTo>
                    <a:pt x="1838" y="5951"/>
                  </a:lnTo>
                  <a:lnTo>
                    <a:pt x="946" y="6861"/>
                  </a:lnTo>
                  <a:lnTo>
                    <a:pt x="393" y="6861"/>
                  </a:lnTo>
                  <a:cubicBezTo>
                    <a:pt x="366" y="6790"/>
                    <a:pt x="339" y="6709"/>
                    <a:pt x="313" y="6638"/>
                  </a:cubicBezTo>
                  <a:lnTo>
                    <a:pt x="955" y="6638"/>
                  </a:lnTo>
                  <a:lnTo>
                    <a:pt x="1624" y="5933"/>
                  </a:lnTo>
                  <a:lnTo>
                    <a:pt x="1624" y="5576"/>
                  </a:lnTo>
                  <a:close/>
                  <a:moveTo>
                    <a:pt x="759" y="8262"/>
                  </a:moveTo>
                  <a:lnTo>
                    <a:pt x="946" y="8395"/>
                  </a:lnTo>
                  <a:lnTo>
                    <a:pt x="1348" y="8395"/>
                  </a:lnTo>
                  <a:cubicBezTo>
                    <a:pt x="1348" y="8404"/>
                    <a:pt x="1348" y="8404"/>
                    <a:pt x="1348" y="8413"/>
                  </a:cubicBezTo>
                  <a:lnTo>
                    <a:pt x="1348" y="8503"/>
                  </a:lnTo>
                  <a:lnTo>
                    <a:pt x="955" y="8503"/>
                  </a:lnTo>
                  <a:lnTo>
                    <a:pt x="768" y="8378"/>
                  </a:lnTo>
                  <a:lnTo>
                    <a:pt x="455" y="8378"/>
                  </a:lnTo>
                  <a:cubicBezTo>
                    <a:pt x="464" y="8342"/>
                    <a:pt x="464" y="8297"/>
                    <a:pt x="473" y="8262"/>
                  </a:cubicBezTo>
                  <a:close/>
                  <a:moveTo>
                    <a:pt x="759" y="8395"/>
                  </a:moveTo>
                  <a:lnTo>
                    <a:pt x="946" y="8520"/>
                  </a:lnTo>
                  <a:lnTo>
                    <a:pt x="1348" y="8520"/>
                  </a:lnTo>
                  <a:lnTo>
                    <a:pt x="1348" y="8592"/>
                  </a:lnTo>
                  <a:lnTo>
                    <a:pt x="919" y="8592"/>
                  </a:lnTo>
                  <a:lnTo>
                    <a:pt x="794" y="8717"/>
                  </a:lnTo>
                  <a:lnTo>
                    <a:pt x="447" y="8717"/>
                  </a:lnTo>
                  <a:cubicBezTo>
                    <a:pt x="447" y="8619"/>
                    <a:pt x="447" y="8511"/>
                    <a:pt x="455" y="8395"/>
                  </a:cubicBezTo>
                  <a:close/>
                  <a:moveTo>
                    <a:pt x="1348" y="8610"/>
                  </a:moveTo>
                  <a:lnTo>
                    <a:pt x="1348" y="8690"/>
                  </a:lnTo>
                  <a:lnTo>
                    <a:pt x="946" y="8690"/>
                  </a:lnTo>
                  <a:lnTo>
                    <a:pt x="794" y="8824"/>
                  </a:lnTo>
                  <a:lnTo>
                    <a:pt x="455" y="8824"/>
                  </a:lnTo>
                  <a:cubicBezTo>
                    <a:pt x="455" y="8797"/>
                    <a:pt x="455" y="8761"/>
                    <a:pt x="447" y="8734"/>
                  </a:cubicBezTo>
                  <a:lnTo>
                    <a:pt x="803" y="8734"/>
                  </a:lnTo>
                  <a:lnTo>
                    <a:pt x="928" y="8610"/>
                  </a:lnTo>
                  <a:close/>
                  <a:moveTo>
                    <a:pt x="4970" y="8181"/>
                  </a:moveTo>
                  <a:lnTo>
                    <a:pt x="4970" y="8315"/>
                  </a:lnTo>
                  <a:lnTo>
                    <a:pt x="4675" y="8315"/>
                  </a:lnTo>
                  <a:lnTo>
                    <a:pt x="4309" y="8699"/>
                  </a:lnTo>
                  <a:lnTo>
                    <a:pt x="4309" y="9002"/>
                  </a:lnTo>
                  <a:lnTo>
                    <a:pt x="4149" y="9002"/>
                  </a:lnTo>
                  <a:lnTo>
                    <a:pt x="4149" y="8699"/>
                  </a:lnTo>
                  <a:lnTo>
                    <a:pt x="4684" y="8181"/>
                  </a:lnTo>
                  <a:close/>
                  <a:moveTo>
                    <a:pt x="4970" y="8333"/>
                  </a:moveTo>
                  <a:lnTo>
                    <a:pt x="4970" y="8529"/>
                  </a:lnTo>
                  <a:lnTo>
                    <a:pt x="4684" y="8529"/>
                  </a:lnTo>
                  <a:lnTo>
                    <a:pt x="4425" y="8761"/>
                  </a:lnTo>
                  <a:lnTo>
                    <a:pt x="4425" y="9002"/>
                  </a:lnTo>
                  <a:lnTo>
                    <a:pt x="4327" y="9002"/>
                  </a:lnTo>
                  <a:lnTo>
                    <a:pt x="4327" y="8699"/>
                  </a:lnTo>
                  <a:lnTo>
                    <a:pt x="4684" y="8333"/>
                  </a:lnTo>
                  <a:close/>
                  <a:moveTo>
                    <a:pt x="3506" y="1821"/>
                  </a:moveTo>
                  <a:lnTo>
                    <a:pt x="3506" y="1901"/>
                  </a:lnTo>
                  <a:cubicBezTo>
                    <a:pt x="3506" y="1972"/>
                    <a:pt x="3551" y="2035"/>
                    <a:pt x="3622" y="2053"/>
                  </a:cubicBezTo>
                  <a:cubicBezTo>
                    <a:pt x="3631" y="2053"/>
                    <a:pt x="3649" y="2062"/>
                    <a:pt x="3658" y="2062"/>
                  </a:cubicBezTo>
                  <a:lnTo>
                    <a:pt x="3756" y="2062"/>
                  </a:lnTo>
                  <a:lnTo>
                    <a:pt x="3756" y="2802"/>
                  </a:lnTo>
                  <a:lnTo>
                    <a:pt x="2721" y="3846"/>
                  </a:lnTo>
                  <a:lnTo>
                    <a:pt x="1990" y="3846"/>
                  </a:lnTo>
                  <a:lnTo>
                    <a:pt x="1856" y="3971"/>
                  </a:lnTo>
                  <a:lnTo>
                    <a:pt x="1856" y="4470"/>
                  </a:lnTo>
                  <a:lnTo>
                    <a:pt x="1874" y="4470"/>
                  </a:lnTo>
                  <a:lnTo>
                    <a:pt x="1874" y="3980"/>
                  </a:lnTo>
                  <a:lnTo>
                    <a:pt x="1999" y="3864"/>
                  </a:lnTo>
                  <a:lnTo>
                    <a:pt x="2730" y="3864"/>
                  </a:lnTo>
                  <a:lnTo>
                    <a:pt x="3774" y="2811"/>
                  </a:lnTo>
                  <a:lnTo>
                    <a:pt x="3774" y="2062"/>
                  </a:lnTo>
                  <a:lnTo>
                    <a:pt x="3890" y="2062"/>
                  </a:lnTo>
                  <a:lnTo>
                    <a:pt x="3890" y="2802"/>
                  </a:lnTo>
                  <a:lnTo>
                    <a:pt x="3043" y="3641"/>
                  </a:lnTo>
                  <a:lnTo>
                    <a:pt x="3043" y="3650"/>
                  </a:lnTo>
                  <a:lnTo>
                    <a:pt x="3043" y="4925"/>
                  </a:lnTo>
                  <a:lnTo>
                    <a:pt x="3399" y="5300"/>
                  </a:lnTo>
                  <a:lnTo>
                    <a:pt x="4140" y="5300"/>
                  </a:lnTo>
                  <a:lnTo>
                    <a:pt x="4140" y="5282"/>
                  </a:lnTo>
                  <a:lnTo>
                    <a:pt x="3417" y="5282"/>
                  </a:lnTo>
                  <a:lnTo>
                    <a:pt x="3060" y="4916"/>
                  </a:lnTo>
                  <a:lnTo>
                    <a:pt x="3060" y="3658"/>
                  </a:lnTo>
                  <a:lnTo>
                    <a:pt x="3908" y="2820"/>
                  </a:lnTo>
                  <a:lnTo>
                    <a:pt x="3908" y="2811"/>
                  </a:lnTo>
                  <a:lnTo>
                    <a:pt x="3908" y="2062"/>
                  </a:lnTo>
                  <a:lnTo>
                    <a:pt x="4024" y="2062"/>
                  </a:lnTo>
                  <a:lnTo>
                    <a:pt x="4024" y="2793"/>
                  </a:lnTo>
                  <a:lnTo>
                    <a:pt x="3176" y="3650"/>
                  </a:lnTo>
                  <a:lnTo>
                    <a:pt x="3176" y="4756"/>
                  </a:lnTo>
                  <a:lnTo>
                    <a:pt x="3542" y="5095"/>
                  </a:lnTo>
                  <a:lnTo>
                    <a:pt x="4140" y="5095"/>
                  </a:lnTo>
                  <a:lnTo>
                    <a:pt x="4140" y="5077"/>
                  </a:lnTo>
                  <a:lnTo>
                    <a:pt x="3551" y="5077"/>
                  </a:lnTo>
                  <a:lnTo>
                    <a:pt x="3194" y="4747"/>
                  </a:lnTo>
                  <a:lnTo>
                    <a:pt x="3194" y="3658"/>
                  </a:lnTo>
                  <a:lnTo>
                    <a:pt x="4042" y="2802"/>
                  </a:lnTo>
                  <a:lnTo>
                    <a:pt x="4042" y="2062"/>
                  </a:lnTo>
                  <a:lnTo>
                    <a:pt x="4149" y="2062"/>
                  </a:lnTo>
                  <a:cubicBezTo>
                    <a:pt x="4158" y="2062"/>
                    <a:pt x="4176" y="2053"/>
                    <a:pt x="4184" y="2053"/>
                  </a:cubicBezTo>
                  <a:cubicBezTo>
                    <a:pt x="4256" y="2035"/>
                    <a:pt x="4300" y="1972"/>
                    <a:pt x="4300" y="1901"/>
                  </a:cubicBezTo>
                  <a:lnTo>
                    <a:pt x="4300" y="1856"/>
                  </a:lnTo>
                  <a:lnTo>
                    <a:pt x="4613" y="1856"/>
                  </a:lnTo>
                  <a:lnTo>
                    <a:pt x="4720" y="1946"/>
                  </a:lnTo>
                  <a:lnTo>
                    <a:pt x="4970" y="1946"/>
                  </a:lnTo>
                  <a:lnTo>
                    <a:pt x="4970" y="3168"/>
                  </a:lnTo>
                  <a:lnTo>
                    <a:pt x="4488" y="3168"/>
                  </a:lnTo>
                  <a:lnTo>
                    <a:pt x="4051" y="3578"/>
                  </a:lnTo>
                  <a:cubicBezTo>
                    <a:pt x="4042" y="3569"/>
                    <a:pt x="4033" y="3560"/>
                    <a:pt x="4015" y="3560"/>
                  </a:cubicBezTo>
                  <a:cubicBezTo>
                    <a:pt x="3988" y="3560"/>
                    <a:pt x="3961" y="3587"/>
                    <a:pt x="3961" y="3614"/>
                  </a:cubicBezTo>
                  <a:cubicBezTo>
                    <a:pt x="3961" y="3650"/>
                    <a:pt x="3988" y="3667"/>
                    <a:pt x="4015" y="3667"/>
                  </a:cubicBezTo>
                  <a:cubicBezTo>
                    <a:pt x="4051" y="3667"/>
                    <a:pt x="4068" y="3650"/>
                    <a:pt x="4068" y="3614"/>
                  </a:cubicBezTo>
                  <a:cubicBezTo>
                    <a:pt x="4068" y="3605"/>
                    <a:pt x="4068" y="3596"/>
                    <a:pt x="4060" y="3587"/>
                  </a:cubicBezTo>
                  <a:lnTo>
                    <a:pt x="4488" y="3186"/>
                  </a:lnTo>
                  <a:lnTo>
                    <a:pt x="4970" y="3186"/>
                  </a:lnTo>
                  <a:lnTo>
                    <a:pt x="4970" y="3337"/>
                  </a:lnTo>
                  <a:lnTo>
                    <a:pt x="4550" y="3337"/>
                  </a:lnTo>
                  <a:lnTo>
                    <a:pt x="4292" y="3569"/>
                  </a:lnTo>
                  <a:cubicBezTo>
                    <a:pt x="4283" y="3569"/>
                    <a:pt x="4274" y="3560"/>
                    <a:pt x="4256" y="3560"/>
                  </a:cubicBezTo>
                  <a:cubicBezTo>
                    <a:pt x="4229" y="3560"/>
                    <a:pt x="4202" y="3587"/>
                    <a:pt x="4202" y="3614"/>
                  </a:cubicBezTo>
                  <a:cubicBezTo>
                    <a:pt x="4202" y="3650"/>
                    <a:pt x="4229" y="3667"/>
                    <a:pt x="4256" y="3667"/>
                  </a:cubicBezTo>
                  <a:cubicBezTo>
                    <a:pt x="4292" y="3667"/>
                    <a:pt x="4309" y="3650"/>
                    <a:pt x="4309" y="3614"/>
                  </a:cubicBezTo>
                  <a:cubicBezTo>
                    <a:pt x="4309" y="3605"/>
                    <a:pt x="4309" y="3596"/>
                    <a:pt x="4300" y="3587"/>
                  </a:cubicBezTo>
                  <a:lnTo>
                    <a:pt x="4559" y="3355"/>
                  </a:lnTo>
                  <a:lnTo>
                    <a:pt x="4970" y="3355"/>
                  </a:lnTo>
                  <a:lnTo>
                    <a:pt x="4970" y="3435"/>
                  </a:lnTo>
                  <a:lnTo>
                    <a:pt x="4684" y="3435"/>
                  </a:lnTo>
                  <a:lnTo>
                    <a:pt x="4523" y="3569"/>
                  </a:lnTo>
                  <a:cubicBezTo>
                    <a:pt x="4523" y="3569"/>
                    <a:pt x="4515" y="3560"/>
                    <a:pt x="4506" y="3560"/>
                  </a:cubicBezTo>
                  <a:cubicBezTo>
                    <a:pt x="4470" y="3560"/>
                    <a:pt x="4452" y="3587"/>
                    <a:pt x="4452" y="3614"/>
                  </a:cubicBezTo>
                  <a:cubicBezTo>
                    <a:pt x="4452" y="3650"/>
                    <a:pt x="4470" y="3667"/>
                    <a:pt x="4506" y="3667"/>
                  </a:cubicBezTo>
                  <a:cubicBezTo>
                    <a:pt x="4532" y="3667"/>
                    <a:pt x="4559" y="3650"/>
                    <a:pt x="4559" y="3614"/>
                  </a:cubicBezTo>
                  <a:cubicBezTo>
                    <a:pt x="4559" y="3605"/>
                    <a:pt x="4550" y="3587"/>
                    <a:pt x="4541" y="3578"/>
                  </a:cubicBezTo>
                  <a:lnTo>
                    <a:pt x="4693" y="3453"/>
                  </a:lnTo>
                  <a:lnTo>
                    <a:pt x="4970" y="3453"/>
                  </a:lnTo>
                  <a:lnTo>
                    <a:pt x="4970" y="4104"/>
                  </a:lnTo>
                  <a:lnTo>
                    <a:pt x="4399" y="4104"/>
                  </a:lnTo>
                  <a:lnTo>
                    <a:pt x="4247" y="3944"/>
                  </a:lnTo>
                  <a:cubicBezTo>
                    <a:pt x="4256" y="3935"/>
                    <a:pt x="4256" y="3926"/>
                    <a:pt x="4256" y="3917"/>
                  </a:cubicBezTo>
                  <a:cubicBezTo>
                    <a:pt x="4256" y="3881"/>
                    <a:pt x="4238" y="3864"/>
                    <a:pt x="4202" y="3864"/>
                  </a:cubicBezTo>
                  <a:cubicBezTo>
                    <a:pt x="4176" y="3864"/>
                    <a:pt x="4149" y="3881"/>
                    <a:pt x="4149" y="3917"/>
                  </a:cubicBezTo>
                  <a:cubicBezTo>
                    <a:pt x="4149" y="3944"/>
                    <a:pt x="4176" y="3971"/>
                    <a:pt x="4202" y="3971"/>
                  </a:cubicBezTo>
                  <a:cubicBezTo>
                    <a:pt x="4220" y="3971"/>
                    <a:pt x="4229" y="3962"/>
                    <a:pt x="4238" y="3962"/>
                  </a:cubicBezTo>
                  <a:lnTo>
                    <a:pt x="4390" y="4122"/>
                  </a:lnTo>
                  <a:lnTo>
                    <a:pt x="4970" y="4122"/>
                  </a:lnTo>
                  <a:lnTo>
                    <a:pt x="4970" y="4238"/>
                  </a:lnTo>
                  <a:lnTo>
                    <a:pt x="4300" y="4238"/>
                  </a:lnTo>
                  <a:lnTo>
                    <a:pt x="4024" y="3953"/>
                  </a:lnTo>
                  <a:cubicBezTo>
                    <a:pt x="4033" y="3944"/>
                    <a:pt x="4033" y="3926"/>
                    <a:pt x="4033" y="3917"/>
                  </a:cubicBezTo>
                  <a:cubicBezTo>
                    <a:pt x="4033" y="3881"/>
                    <a:pt x="4015" y="3864"/>
                    <a:pt x="3979" y="3864"/>
                  </a:cubicBezTo>
                  <a:cubicBezTo>
                    <a:pt x="3953" y="3864"/>
                    <a:pt x="3926" y="3881"/>
                    <a:pt x="3926" y="3917"/>
                  </a:cubicBezTo>
                  <a:cubicBezTo>
                    <a:pt x="3926" y="3944"/>
                    <a:pt x="3953" y="3971"/>
                    <a:pt x="3979" y="3971"/>
                  </a:cubicBezTo>
                  <a:cubicBezTo>
                    <a:pt x="3988" y="3971"/>
                    <a:pt x="3997" y="3962"/>
                    <a:pt x="4006" y="3962"/>
                  </a:cubicBezTo>
                  <a:lnTo>
                    <a:pt x="4292" y="4256"/>
                  </a:lnTo>
                  <a:lnTo>
                    <a:pt x="4970" y="4256"/>
                  </a:lnTo>
                  <a:lnTo>
                    <a:pt x="4970" y="4354"/>
                  </a:lnTo>
                  <a:lnTo>
                    <a:pt x="4211" y="4354"/>
                  </a:lnTo>
                  <a:lnTo>
                    <a:pt x="3810" y="3944"/>
                  </a:lnTo>
                  <a:cubicBezTo>
                    <a:pt x="3819" y="3935"/>
                    <a:pt x="3819" y="3926"/>
                    <a:pt x="3819" y="3917"/>
                  </a:cubicBezTo>
                  <a:cubicBezTo>
                    <a:pt x="3819" y="3881"/>
                    <a:pt x="3801" y="3864"/>
                    <a:pt x="3765" y="3864"/>
                  </a:cubicBezTo>
                  <a:cubicBezTo>
                    <a:pt x="3738" y="3864"/>
                    <a:pt x="3712" y="3881"/>
                    <a:pt x="3712" y="3917"/>
                  </a:cubicBezTo>
                  <a:cubicBezTo>
                    <a:pt x="3712" y="3944"/>
                    <a:pt x="3738" y="3971"/>
                    <a:pt x="3765" y="3971"/>
                  </a:cubicBezTo>
                  <a:cubicBezTo>
                    <a:pt x="3783" y="3971"/>
                    <a:pt x="3792" y="3962"/>
                    <a:pt x="3801" y="3962"/>
                  </a:cubicBezTo>
                  <a:lnTo>
                    <a:pt x="4202" y="4372"/>
                  </a:lnTo>
                  <a:lnTo>
                    <a:pt x="4970" y="4372"/>
                  </a:lnTo>
                  <a:lnTo>
                    <a:pt x="4970" y="8164"/>
                  </a:lnTo>
                  <a:lnTo>
                    <a:pt x="4675" y="8164"/>
                  </a:lnTo>
                  <a:lnTo>
                    <a:pt x="4131" y="8690"/>
                  </a:lnTo>
                  <a:lnTo>
                    <a:pt x="4131" y="8699"/>
                  </a:lnTo>
                  <a:lnTo>
                    <a:pt x="4131" y="9002"/>
                  </a:lnTo>
                  <a:lnTo>
                    <a:pt x="3997" y="9002"/>
                  </a:lnTo>
                  <a:lnTo>
                    <a:pt x="3997" y="8199"/>
                  </a:lnTo>
                  <a:lnTo>
                    <a:pt x="4773" y="7441"/>
                  </a:lnTo>
                  <a:lnTo>
                    <a:pt x="4773" y="7120"/>
                  </a:lnTo>
                  <a:lnTo>
                    <a:pt x="4791" y="7120"/>
                  </a:lnTo>
                  <a:cubicBezTo>
                    <a:pt x="4818" y="7102"/>
                    <a:pt x="4827" y="7075"/>
                    <a:pt x="4818" y="7048"/>
                  </a:cubicBezTo>
                  <a:cubicBezTo>
                    <a:pt x="4804" y="7028"/>
                    <a:pt x="4786" y="7018"/>
                    <a:pt x="4766" y="7018"/>
                  </a:cubicBezTo>
                  <a:cubicBezTo>
                    <a:pt x="4760" y="7018"/>
                    <a:pt x="4753" y="7019"/>
                    <a:pt x="4746" y="7022"/>
                  </a:cubicBezTo>
                  <a:cubicBezTo>
                    <a:pt x="4720" y="7039"/>
                    <a:pt x="4702" y="7066"/>
                    <a:pt x="4720" y="7093"/>
                  </a:cubicBezTo>
                  <a:cubicBezTo>
                    <a:pt x="4729" y="7111"/>
                    <a:pt x="4746" y="7120"/>
                    <a:pt x="4755" y="7120"/>
                  </a:cubicBezTo>
                  <a:lnTo>
                    <a:pt x="4755" y="7432"/>
                  </a:lnTo>
                  <a:lnTo>
                    <a:pt x="3979" y="8190"/>
                  </a:lnTo>
                  <a:lnTo>
                    <a:pt x="3979" y="9002"/>
                  </a:lnTo>
                  <a:lnTo>
                    <a:pt x="3854" y="9002"/>
                  </a:lnTo>
                  <a:lnTo>
                    <a:pt x="3854" y="8137"/>
                  </a:lnTo>
                  <a:lnTo>
                    <a:pt x="4595" y="7405"/>
                  </a:lnTo>
                  <a:lnTo>
                    <a:pt x="4604" y="7396"/>
                  </a:lnTo>
                  <a:lnTo>
                    <a:pt x="4604" y="7173"/>
                  </a:lnTo>
                  <a:cubicBezTo>
                    <a:pt x="4604" y="7173"/>
                    <a:pt x="4613" y="7173"/>
                    <a:pt x="4613" y="7164"/>
                  </a:cubicBezTo>
                  <a:cubicBezTo>
                    <a:pt x="4639" y="7155"/>
                    <a:pt x="4648" y="7120"/>
                    <a:pt x="4639" y="7093"/>
                  </a:cubicBezTo>
                  <a:cubicBezTo>
                    <a:pt x="4628" y="7076"/>
                    <a:pt x="4613" y="7066"/>
                    <a:pt x="4596" y="7066"/>
                  </a:cubicBezTo>
                  <a:cubicBezTo>
                    <a:pt x="4587" y="7066"/>
                    <a:pt x="4578" y="7069"/>
                    <a:pt x="4568" y="7075"/>
                  </a:cubicBezTo>
                  <a:cubicBezTo>
                    <a:pt x="4541" y="7084"/>
                    <a:pt x="4532" y="7120"/>
                    <a:pt x="4541" y="7147"/>
                  </a:cubicBezTo>
                  <a:cubicBezTo>
                    <a:pt x="4550" y="7164"/>
                    <a:pt x="4568" y="7173"/>
                    <a:pt x="4586" y="7173"/>
                  </a:cubicBezTo>
                  <a:lnTo>
                    <a:pt x="4586" y="7396"/>
                  </a:lnTo>
                  <a:lnTo>
                    <a:pt x="3837" y="8119"/>
                  </a:lnTo>
                  <a:lnTo>
                    <a:pt x="3837" y="8128"/>
                  </a:lnTo>
                  <a:lnTo>
                    <a:pt x="3837" y="9011"/>
                  </a:lnTo>
                  <a:cubicBezTo>
                    <a:pt x="3783" y="9029"/>
                    <a:pt x="3738" y="9082"/>
                    <a:pt x="3738" y="9154"/>
                  </a:cubicBezTo>
                  <a:lnTo>
                    <a:pt x="3738" y="9181"/>
                  </a:lnTo>
                  <a:lnTo>
                    <a:pt x="3346" y="9181"/>
                  </a:lnTo>
                  <a:lnTo>
                    <a:pt x="3132" y="8975"/>
                  </a:lnTo>
                  <a:lnTo>
                    <a:pt x="3132" y="7405"/>
                  </a:lnTo>
                  <a:lnTo>
                    <a:pt x="3774" y="6781"/>
                  </a:lnTo>
                  <a:lnTo>
                    <a:pt x="4167" y="6781"/>
                  </a:lnTo>
                  <a:lnTo>
                    <a:pt x="4167" y="6763"/>
                  </a:lnTo>
                  <a:lnTo>
                    <a:pt x="3765" y="6763"/>
                  </a:lnTo>
                  <a:lnTo>
                    <a:pt x="3123" y="7396"/>
                  </a:lnTo>
                  <a:lnTo>
                    <a:pt x="3114" y="7396"/>
                  </a:lnTo>
                  <a:lnTo>
                    <a:pt x="3114" y="8975"/>
                  </a:lnTo>
                  <a:lnTo>
                    <a:pt x="3337" y="9198"/>
                  </a:lnTo>
                  <a:lnTo>
                    <a:pt x="3738" y="9198"/>
                  </a:lnTo>
                  <a:lnTo>
                    <a:pt x="3738" y="9386"/>
                  </a:lnTo>
                  <a:lnTo>
                    <a:pt x="3221" y="9386"/>
                  </a:lnTo>
                  <a:lnTo>
                    <a:pt x="2891" y="9029"/>
                  </a:lnTo>
                  <a:lnTo>
                    <a:pt x="2891" y="7405"/>
                  </a:lnTo>
                  <a:lnTo>
                    <a:pt x="3774" y="6531"/>
                  </a:lnTo>
                  <a:lnTo>
                    <a:pt x="4140" y="6531"/>
                  </a:lnTo>
                  <a:lnTo>
                    <a:pt x="4140" y="6513"/>
                  </a:lnTo>
                  <a:lnTo>
                    <a:pt x="3765" y="6513"/>
                  </a:lnTo>
                  <a:lnTo>
                    <a:pt x="2873" y="7396"/>
                  </a:lnTo>
                  <a:lnTo>
                    <a:pt x="2873" y="9038"/>
                  </a:lnTo>
                  <a:lnTo>
                    <a:pt x="3212" y="9404"/>
                  </a:lnTo>
                  <a:lnTo>
                    <a:pt x="3738" y="9404"/>
                  </a:lnTo>
                  <a:lnTo>
                    <a:pt x="3738" y="9493"/>
                  </a:lnTo>
                  <a:lnTo>
                    <a:pt x="3096" y="9493"/>
                  </a:lnTo>
                  <a:lnTo>
                    <a:pt x="2730" y="9145"/>
                  </a:lnTo>
                  <a:lnTo>
                    <a:pt x="2730" y="8627"/>
                  </a:lnTo>
                  <a:lnTo>
                    <a:pt x="2489" y="8378"/>
                  </a:lnTo>
                  <a:lnTo>
                    <a:pt x="1838" y="8378"/>
                  </a:lnTo>
                  <a:lnTo>
                    <a:pt x="1838" y="8387"/>
                  </a:lnTo>
                  <a:cubicBezTo>
                    <a:pt x="1829" y="8342"/>
                    <a:pt x="1794" y="8315"/>
                    <a:pt x="1749" y="8315"/>
                  </a:cubicBezTo>
                  <a:lnTo>
                    <a:pt x="1490" y="8315"/>
                  </a:lnTo>
                  <a:lnTo>
                    <a:pt x="1490" y="7762"/>
                  </a:lnTo>
                  <a:lnTo>
                    <a:pt x="3212" y="6031"/>
                  </a:lnTo>
                  <a:lnTo>
                    <a:pt x="4140" y="6031"/>
                  </a:lnTo>
                  <a:lnTo>
                    <a:pt x="4140" y="6014"/>
                  </a:lnTo>
                  <a:lnTo>
                    <a:pt x="3203" y="6014"/>
                  </a:lnTo>
                  <a:lnTo>
                    <a:pt x="1472" y="7753"/>
                  </a:lnTo>
                  <a:lnTo>
                    <a:pt x="1472" y="8315"/>
                  </a:lnTo>
                  <a:lnTo>
                    <a:pt x="1446" y="8315"/>
                  </a:lnTo>
                  <a:cubicBezTo>
                    <a:pt x="1401" y="8315"/>
                    <a:pt x="1356" y="8342"/>
                    <a:pt x="1348" y="8387"/>
                  </a:cubicBezTo>
                  <a:lnTo>
                    <a:pt x="1348" y="8378"/>
                  </a:lnTo>
                  <a:lnTo>
                    <a:pt x="955" y="8378"/>
                  </a:lnTo>
                  <a:lnTo>
                    <a:pt x="759" y="8244"/>
                  </a:lnTo>
                  <a:lnTo>
                    <a:pt x="473" y="8244"/>
                  </a:lnTo>
                  <a:cubicBezTo>
                    <a:pt x="473" y="8199"/>
                    <a:pt x="482" y="8164"/>
                    <a:pt x="482" y="8119"/>
                  </a:cubicBezTo>
                  <a:lnTo>
                    <a:pt x="678" y="8119"/>
                  </a:lnTo>
                  <a:cubicBezTo>
                    <a:pt x="678" y="8128"/>
                    <a:pt x="678" y="8128"/>
                    <a:pt x="687" y="8137"/>
                  </a:cubicBezTo>
                  <a:cubicBezTo>
                    <a:pt x="693" y="8154"/>
                    <a:pt x="710" y="8164"/>
                    <a:pt x="729" y="8164"/>
                  </a:cubicBezTo>
                  <a:cubicBezTo>
                    <a:pt x="739" y="8164"/>
                    <a:pt x="749" y="8161"/>
                    <a:pt x="759" y="8155"/>
                  </a:cubicBezTo>
                  <a:cubicBezTo>
                    <a:pt x="786" y="8146"/>
                    <a:pt x="794" y="8110"/>
                    <a:pt x="777" y="8083"/>
                  </a:cubicBezTo>
                  <a:cubicBezTo>
                    <a:pt x="771" y="8066"/>
                    <a:pt x="754" y="8056"/>
                    <a:pt x="735" y="8056"/>
                  </a:cubicBezTo>
                  <a:cubicBezTo>
                    <a:pt x="725" y="8056"/>
                    <a:pt x="715" y="8059"/>
                    <a:pt x="705" y="8065"/>
                  </a:cubicBezTo>
                  <a:cubicBezTo>
                    <a:pt x="696" y="8074"/>
                    <a:pt x="687" y="8083"/>
                    <a:pt x="678" y="8101"/>
                  </a:cubicBezTo>
                  <a:lnTo>
                    <a:pt x="491" y="8101"/>
                  </a:lnTo>
                  <a:cubicBezTo>
                    <a:pt x="491" y="8083"/>
                    <a:pt x="491" y="8056"/>
                    <a:pt x="491" y="8039"/>
                  </a:cubicBezTo>
                  <a:cubicBezTo>
                    <a:pt x="500" y="8003"/>
                    <a:pt x="500" y="7976"/>
                    <a:pt x="500" y="7941"/>
                  </a:cubicBezTo>
                  <a:lnTo>
                    <a:pt x="830" y="7941"/>
                  </a:lnTo>
                  <a:cubicBezTo>
                    <a:pt x="830" y="7949"/>
                    <a:pt x="830" y="7958"/>
                    <a:pt x="830" y="7958"/>
                  </a:cubicBezTo>
                  <a:cubicBezTo>
                    <a:pt x="844" y="7978"/>
                    <a:pt x="867" y="7988"/>
                    <a:pt x="885" y="7988"/>
                  </a:cubicBezTo>
                  <a:cubicBezTo>
                    <a:pt x="891" y="7988"/>
                    <a:pt x="897" y="7987"/>
                    <a:pt x="902" y="7985"/>
                  </a:cubicBezTo>
                  <a:cubicBezTo>
                    <a:pt x="928" y="7967"/>
                    <a:pt x="946" y="7941"/>
                    <a:pt x="928" y="7914"/>
                  </a:cubicBezTo>
                  <a:cubicBezTo>
                    <a:pt x="922" y="7894"/>
                    <a:pt x="900" y="7884"/>
                    <a:pt x="878" y="7884"/>
                  </a:cubicBezTo>
                  <a:cubicBezTo>
                    <a:pt x="871" y="7884"/>
                    <a:pt x="864" y="7885"/>
                    <a:pt x="857" y="7887"/>
                  </a:cubicBezTo>
                  <a:cubicBezTo>
                    <a:pt x="839" y="7896"/>
                    <a:pt x="830" y="7914"/>
                    <a:pt x="830" y="7923"/>
                  </a:cubicBezTo>
                  <a:lnTo>
                    <a:pt x="509" y="7923"/>
                  </a:lnTo>
                  <a:cubicBezTo>
                    <a:pt x="509" y="7869"/>
                    <a:pt x="518" y="7816"/>
                    <a:pt x="518" y="7771"/>
                  </a:cubicBezTo>
                  <a:lnTo>
                    <a:pt x="964" y="7771"/>
                  </a:lnTo>
                  <a:cubicBezTo>
                    <a:pt x="964" y="7771"/>
                    <a:pt x="964" y="7780"/>
                    <a:pt x="964" y="7780"/>
                  </a:cubicBezTo>
                  <a:cubicBezTo>
                    <a:pt x="977" y="7800"/>
                    <a:pt x="996" y="7810"/>
                    <a:pt x="1015" y="7810"/>
                  </a:cubicBezTo>
                  <a:cubicBezTo>
                    <a:pt x="1022" y="7810"/>
                    <a:pt x="1029" y="7809"/>
                    <a:pt x="1035" y="7807"/>
                  </a:cubicBezTo>
                  <a:cubicBezTo>
                    <a:pt x="1062" y="7789"/>
                    <a:pt x="1071" y="7762"/>
                    <a:pt x="1062" y="7735"/>
                  </a:cubicBezTo>
                  <a:cubicBezTo>
                    <a:pt x="1049" y="7715"/>
                    <a:pt x="1030" y="7705"/>
                    <a:pt x="1011" y="7705"/>
                  </a:cubicBezTo>
                  <a:cubicBezTo>
                    <a:pt x="1004" y="7705"/>
                    <a:pt x="997" y="7706"/>
                    <a:pt x="991" y="7709"/>
                  </a:cubicBezTo>
                  <a:cubicBezTo>
                    <a:pt x="973" y="7717"/>
                    <a:pt x="964" y="7735"/>
                    <a:pt x="964" y="7753"/>
                  </a:cubicBezTo>
                  <a:lnTo>
                    <a:pt x="527" y="7753"/>
                  </a:lnTo>
                  <a:cubicBezTo>
                    <a:pt x="527" y="7700"/>
                    <a:pt x="536" y="7646"/>
                    <a:pt x="536" y="7593"/>
                  </a:cubicBezTo>
                  <a:lnTo>
                    <a:pt x="1107" y="7593"/>
                  </a:lnTo>
                  <a:cubicBezTo>
                    <a:pt x="1107" y="7602"/>
                    <a:pt x="1107" y="7610"/>
                    <a:pt x="1107" y="7610"/>
                  </a:cubicBezTo>
                  <a:cubicBezTo>
                    <a:pt x="1120" y="7631"/>
                    <a:pt x="1138" y="7641"/>
                    <a:pt x="1158" y="7641"/>
                  </a:cubicBezTo>
                  <a:cubicBezTo>
                    <a:pt x="1165" y="7641"/>
                    <a:pt x="1171" y="7639"/>
                    <a:pt x="1178" y="7637"/>
                  </a:cubicBezTo>
                  <a:cubicBezTo>
                    <a:pt x="1205" y="7619"/>
                    <a:pt x="1223" y="7593"/>
                    <a:pt x="1205" y="7566"/>
                  </a:cubicBezTo>
                  <a:cubicBezTo>
                    <a:pt x="1198" y="7547"/>
                    <a:pt x="1178" y="7532"/>
                    <a:pt x="1157" y="7532"/>
                  </a:cubicBezTo>
                  <a:cubicBezTo>
                    <a:pt x="1149" y="7532"/>
                    <a:pt x="1141" y="7534"/>
                    <a:pt x="1133" y="7539"/>
                  </a:cubicBezTo>
                  <a:cubicBezTo>
                    <a:pt x="1116" y="7548"/>
                    <a:pt x="1107" y="7566"/>
                    <a:pt x="1107" y="7575"/>
                  </a:cubicBezTo>
                  <a:lnTo>
                    <a:pt x="536" y="7575"/>
                  </a:lnTo>
                  <a:cubicBezTo>
                    <a:pt x="536" y="7539"/>
                    <a:pt x="536" y="7503"/>
                    <a:pt x="536" y="7468"/>
                  </a:cubicBezTo>
                  <a:lnTo>
                    <a:pt x="1330" y="7468"/>
                  </a:lnTo>
                  <a:lnTo>
                    <a:pt x="2507" y="6290"/>
                  </a:lnTo>
                  <a:cubicBezTo>
                    <a:pt x="2516" y="6299"/>
                    <a:pt x="2534" y="6308"/>
                    <a:pt x="2543" y="6308"/>
                  </a:cubicBezTo>
                  <a:cubicBezTo>
                    <a:pt x="2579" y="6308"/>
                    <a:pt x="2597" y="6281"/>
                    <a:pt x="2597" y="6254"/>
                  </a:cubicBezTo>
                  <a:cubicBezTo>
                    <a:pt x="2597" y="6228"/>
                    <a:pt x="2579" y="6201"/>
                    <a:pt x="2543" y="6201"/>
                  </a:cubicBezTo>
                  <a:cubicBezTo>
                    <a:pt x="2516" y="6201"/>
                    <a:pt x="2489" y="6228"/>
                    <a:pt x="2489" y="6254"/>
                  </a:cubicBezTo>
                  <a:cubicBezTo>
                    <a:pt x="2489" y="6263"/>
                    <a:pt x="2498" y="6272"/>
                    <a:pt x="2498" y="6281"/>
                  </a:cubicBezTo>
                  <a:lnTo>
                    <a:pt x="1321" y="7450"/>
                  </a:lnTo>
                  <a:lnTo>
                    <a:pt x="536" y="7450"/>
                  </a:lnTo>
                  <a:cubicBezTo>
                    <a:pt x="536" y="7396"/>
                    <a:pt x="536" y="7343"/>
                    <a:pt x="527" y="7289"/>
                  </a:cubicBezTo>
                  <a:cubicBezTo>
                    <a:pt x="518" y="7280"/>
                    <a:pt x="518" y="7271"/>
                    <a:pt x="518" y="7254"/>
                  </a:cubicBezTo>
                  <a:lnTo>
                    <a:pt x="1205" y="7254"/>
                  </a:lnTo>
                  <a:lnTo>
                    <a:pt x="2177" y="6290"/>
                  </a:lnTo>
                  <a:cubicBezTo>
                    <a:pt x="2186" y="6299"/>
                    <a:pt x="2195" y="6308"/>
                    <a:pt x="2213" y="6308"/>
                  </a:cubicBezTo>
                  <a:cubicBezTo>
                    <a:pt x="2240" y="6308"/>
                    <a:pt x="2266" y="6281"/>
                    <a:pt x="2266" y="6254"/>
                  </a:cubicBezTo>
                  <a:cubicBezTo>
                    <a:pt x="2266" y="6228"/>
                    <a:pt x="2240" y="6201"/>
                    <a:pt x="2213" y="6201"/>
                  </a:cubicBezTo>
                  <a:cubicBezTo>
                    <a:pt x="2186" y="6201"/>
                    <a:pt x="2159" y="6228"/>
                    <a:pt x="2159" y="6254"/>
                  </a:cubicBezTo>
                  <a:cubicBezTo>
                    <a:pt x="2159" y="6263"/>
                    <a:pt x="2159" y="6272"/>
                    <a:pt x="2168" y="6281"/>
                  </a:cubicBezTo>
                  <a:lnTo>
                    <a:pt x="1196" y="7236"/>
                  </a:lnTo>
                  <a:lnTo>
                    <a:pt x="509" y="7236"/>
                  </a:lnTo>
                  <a:cubicBezTo>
                    <a:pt x="500" y="7191"/>
                    <a:pt x="482" y="7129"/>
                    <a:pt x="464" y="7075"/>
                  </a:cubicBezTo>
                  <a:lnTo>
                    <a:pt x="1053" y="7075"/>
                  </a:lnTo>
                  <a:lnTo>
                    <a:pt x="1811" y="6290"/>
                  </a:lnTo>
                  <a:cubicBezTo>
                    <a:pt x="1822" y="6301"/>
                    <a:pt x="1832" y="6305"/>
                    <a:pt x="1843" y="6305"/>
                  </a:cubicBezTo>
                  <a:cubicBezTo>
                    <a:pt x="1850" y="6305"/>
                    <a:pt x="1858" y="6303"/>
                    <a:pt x="1865" y="6299"/>
                  </a:cubicBezTo>
                  <a:cubicBezTo>
                    <a:pt x="1892" y="6290"/>
                    <a:pt x="1910" y="6254"/>
                    <a:pt x="1892" y="6228"/>
                  </a:cubicBezTo>
                  <a:cubicBezTo>
                    <a:pt x="1886" y="6210"/>
                    <a:pt x="1869" y="6201"/>
                    <a:pt x="1851" y="6201"/>
                  </a:cubicBezTo>
                  <a:cubicBezTo>
                    <a:pt x="1840" y="6201"/>
                    <a:pt x="1830" y="6204"/>
                    <a:pt x="1820" y="6210"/>
                  </a:cubicBezTo>
                  <a:cubicBezTo>
                    <a:pt x="1794" y="6219"/>
                    <a:pt x="1785" y="6254"/>
                    <a:pt x="1794" y="6281"/>
                  </a:cubicBezTo>
                  <a:lnTo>
                    <a:pt x="1044" y="7048"/>
                  </a:lnTo>
                  <a:lnTo>
                    <a:pt x="464" y="7048"/>
                  </a:lnTo>
                  <a:cubicBezTo>
                    <a:pt x="447" y="6995"/>
                    <a:pt x="420" y="6941"/>
                    <a:pt x="402" y="6879"/>
                  </a:cubicBezTo>
                  <a:lnTo>
                    <a:pt x="955" y="6879"/>
                  </a:lnTo>
                  <a:lnTo>
                    <a:pt x="1847" y="5960"/>
                  </a:lnTo>
                  <a:lnTo>
                    <a:pt x="1856" y="5951"/>
                  </a:lnTo>
                  <a:lnTo>
                    <a:pt x="1847" y="5576"/>
                  </a:lnTo>
                  <a:lnTo>
                    <a:pt x="1838" y="5576"/>
                  </a:lnTo>
                  <a:cubicBezTo>
                    <a:pt x="1927" y="5576"/>
                    <a:pt x="2008" y="5523"/>
                    <a:pt x="2034" y="5452"/>
                  </a:cubicBezTo>
                  <a:lnTo>
                    <a:pt x="2034" y="5460"/>
                  </a:lnTo>
                  <a:lnTo>
                    <a:pt x="2481" y="5460"/>
                  </a:lnTo>
                  <a:lnTo>
                    <a:pt x="2837" y="5791"/>
                  </a:lnTo>
                  <a:cubicBezTo>
                    <a:pt x="2828" y="5799"/>
                    <a:pt x="2820" y="5808"/>
                    <a:pt x="2820" y="5826"/>
                  </a:cubicBezTo>
                  <a:cubicBezTo>
                    <a:pt x="2820" y="5853"/>
                    <a:pt x="2846" y="5880"/>
                    <a:pt x="2873" y="5880"/>
                  </a:cubicBezTo>
                  <a:cubicBezTo>
                    <a:pt x="2909" y="5880"/>
                    <a:pt x="2927" y="5853"/>
                    <a:pt x="2927" y="5826"/>
                  </a:cubicBezTo>
                  <a:cubicBezTo>
                    <a:pt x="2927" y="5791"/>
                    <a:pt x="2909" y="5773"/>
                    <a:pt x="2873" y="5773"/>
                  </a:cubicBezTo>
                  <a:cubicBezTo>
                    <a:pt x="2864" y="5773"/>
                    <a:pt x="2855" y="5773"/>
                    <a:pt x="2846" y="5782"/>
                  </a:cubicBezTo>
                  <a:lnTo>
                    <a:pt x="2489" y="5443"/>
                  </a:lnTo>
                  <a:lnTo>
                    <a:pt x="2043" y="5443"/>
                  </a:lnTo>
                  <a:cubicBezTo>
                    <a:pt x="2052" y="5416"/>
                    <a:pt x="2061" y="5389"/>
                    <a:pt x="2061" y="5362"/>
                  </a:cubicBezTo>
                  <a:lnTo>
                    <a:pt x="2061" y="5237"/>
                  </a:lnTo>
                  <a:lnTo>
                    <a:pt x="2498" y="5237"/>
                  </a:lnTo>
                  <a:lnTo>
                    <a:pt x="2739" y="5460"/>
                  </a:lnTo>
                  <a:cubicBezTo>
                    <a:pt x="2739" y="5469"/>
                    <a:pt x="2730" y="5478"/>
                    <a:pt x="2730" y="5487"/>
                  </a:cubicBezTo>
                  <a:cubicBezTo>
                    <a:pt x="2730" y="5523"/>
                    <a:pt x="2757" y="5541"/>
                    <a:pt x="2784" y="5541"/>
                  </a:cubicBezTo>
                  <a:cubicBezTo>
                    <a:pt x="2820" y="5541"/>
                    <a:pt x="2837" y="5523"/>
                    <a:pt x="2837" y="5487"/>
                  </a:cubicBezTo>
                  <a:cubicBezTo>
                    <a:pt x="2837" y="5460"/>
                    <a:pt x="2820" y="5434"/>
                    <a:pt x="2784" y="5434"/>
                  </a:cubicBezTo>
                  <a:cubicBezTo>
                    <a:pt x="2775" y="5434"/>
                    <a:pt x="2766" y="5443"/>
                    <a:pt x="2757" y="5452"/>
                  </a:cubicBezTo>
                  <a:lnTo>
                    <a:pt x="2507" y="5220"/>
                  </a:lnTo>
                  <a:lnTo>
                    <a:pt x="2061" y="5220"/>
                  </a:lnTo>
                  <a:lnTo>
                    <a:pt x="2061" y="4997"/>
                  </a:lnTo>
                  <a:lnTo>
                    <a:pt x="2605" y="4997"/>
                  </a:lnTo>
                  <a:lnTo>
                    <a:pt x="3373" y="5773"/>
                  </a:lnTo>
                  <a:lnTo>
                    <a:pt x="4140" y="5773"/>
                  </a:lnTo>
                  <a:lnTo>
                    <a:pt x="4140" y="5755"/>
                  </a:lnTo>
                  <a:lnTo>
                    <a:pt x="3382" y="5755"/>
                  </a:lnTo>
                  <a:lnTo>
                    <a:pt x="2614" y="4988"/>
                  </a:lnTo>
                  <a:lnTo>
                    <a:pt x="2605" y="4979"/>
                  </a:lnTo>
                  <a:lnTo>
                    <a:pt x="2061" y="4979"/>
                  </a:lnTo>
                  <a:lnTo>
                    <a:pt x="2061" y="4702"/>
                  </a:lnTo>
                  <a:lnTo>
                    <a:pt x="2597" y="4702"/>
                  </a:lnTo>
                  <a:lnTo>
                    <a:pt x="3426" y="5532"/>
                  </a:lnTo>
                  <a:lnTo>
                    <a:pt x="3426" y="5541"/>
                  </a:lnTo>
                  <a:lnTo>
                    <a:pt x="4140" y="5541"/>
                  </a:lnTo>
                  <a:lnTo>
                    <a:pt x="4140" y="5523"/>
                  </a:lnTo>
                  <a:lnTo>
                    <a:pt x="3435" y="5523"/>
                  </a:lnTo>
                  <a:lnTo>
                    <a:pt x="2605" y="4684"/>
                  </a:lnTo>
                  <a:lnTo>
                    <a:pt x="2061" y="4684"/>
                  </a:lnTo>
                  <a:lnTo>
                    <a:pt x="2061" y="4693"/>
                  </a:lnTo>
                  <a:cubicBezTo>
                    <a:pt x="2061" y="4568"/>
                    <a:pt x="1963" y="4470"/>
                    <a:pt x="1838" y="4470"/>
                  </a:cubicBezTo>
                  <a:lnTo>
                    <a:pt x="1642" y="4470"/>
                  </a:lnTo>
                  <a:lnTo>
                    <a:pt x="1642" y="3953"/>
                  </a:lnTo>
                  <a:lnTo>
                    <a:pt x="1954" y="3658"/>
                  </a:lnTo>
                  <a:lnTo>
                    <a:pt x="2811" y="3658"/>
                  </a:lnTo>
                  <a:lnTo>
                    <a:pt x="3622" y="2811"/>
                  </a:lnTo>
                  <a:lnTo>
                    <a:pt x="3622" y="2053"/>
                  </a:lnTo>
                  <a:lnTo>
                    <a:pt x="3605" y="2053"/>
                  </a:lnTo>
                  <a:lnTo>
                    <a:pt x="3605" y="2802"/>
                  </a:lnTo>
                  <a:lnTo>
                    <a:pt x="2802" y="3641"/>
                  </a:lnTo>
                  <a:lnTo>
                    <a:pt x="1945" y="3641"/>
                  </a:lnTo>
                  <a:lnTo>
                    <a:pt x="1633" y="3935"/>
                  </a:lnTo>
                  <a:lnTo>
                    <a:pt x="1624" y="3944"/>
                  </a:lnTo>
                  <a:lnTo>
                    <a:pt x="1624" y="4470"/>
                  </a:lnTo>
                  <a:lnTo>
                    <a:pt x="1383" y="4470"/>
                  </a:lnTo>
                  <a:lnTo>
                    <a:pt x="1383" y="3605"/>
                  </a:lnTo>
                  <a:lnTo>
                    <a:pt x="794" y="3052"/>
                  </a:lnTo>
                  <a:cubicBezTo>
                    <a:pt x="812" y="3025"/>
                    <a:pt x="830" y="2998"/>
                    <a:pt x="857" y="2972"/>
                  </a:cubicBezTo>
                  <a:cubicBezTo>
                    <a:pt x="866" y="2945"/>
                    <a:pt x="884" y="2927"/>
                    <a:pt x="910" y="2909"/>
                  </a:cubicBezTo>
                  <a:lnTo>
                    <a:pt x="1196" y="2909"/>
                  </a:lnTo>
                  <a:lnTo>
                    <a:pt x="1490" y="3186"/>
                  </a:lnTo>
                  <a:cubicBezTo>
                    <a:pt x="1490" y="3195"/>
                    <a:pt x="1481" y="3212"/>
                    <a:pt x="1481" y="3221"/>
                  </a:cubicBezTo>
                  <a:cubicBezTo>
                    <a:pt x="1481" y="3248"/>
                    <a:pt x="1508" y="3275"/>
                    <a:pt x="1535" y="3275"/>
                  </a:cubicBezTo>
                  <a:cubicBezTo>
                    <a:pt x="1562" y="3275"/>
                    <a:pt x="1588" y="3248"/>
                    <a:pt x="1588" y="3221"/>
                  </a:cubicBezTo>
                  <a:cubicBezTo>
                    <a:pt x="1588" y="3195"/>
                    <a:pt x="1562" y="3168"/>
                    <a:pt x="1535" y="3168"/>
                  </a:cubicBezTo>
                  <a:cubicBezTo>
                    <a:pt x="1526" y="3168"/>
                    <a:pt x="1517" y="3177"/>
                    <a:pt x="1508" y="3177"/>
                  </a:cubicBezTo>
                  <a:lnTo>
                    <a:pt x="1205" y="2891"/>
                  </a:lnTo>
                  <a:lnTo>
                    <a:pt x="928" y="2891"/>
                  </a:lnTo>
                  <a:cubicBezTo>
                    <a:pt x="973" y="2838"/>
                    <a:pt x="1035" y="2784"/>
                    <a:pt x="1107" y="2731"/>
                  </a:cubicBezTo>
                  <a:lnTo>
                    <a:pt x="1374" y="2731"/>
                  </a:lnTo>
                  <a:lnTo>
                    <a:pt x="1695" y="3043"/>
                  </a:lnTo>
                  <a:cubicBezTo>
                    <a:pt x="1687" y="3052"/>
                    <a:pt x="1678" y="3061"/>
                    <a:pt x="1678" y="3070"/>
                  </a:cubicBezTo>
                  <a:cubicBezTo>
                    <a:pt x="1678" y="3105"/>
                    <a:pt x="1704" y="3123"/>
                    <a:pt x="1731" y="3123"/>
                  </a:cubicBezTo>
                  <a:cubicBezTo>
                    <a:pt x="1767" y="3123"/>
                    <a:pt x="1785" y="3105"/>
                    <a:pt x="1785" y="3070"/>
                  </a:cubicBezTo>
                  <a:cubicBezTo>
                    <a:pt x="1785" y="3043"/>
                    <a:pt x="1767" y="3016"/>
                    <a:pt x="1731" y="3016"/>
                  </a:cubicBezTo>
                  <a:cubicBezTo>
                    <a:pt x="1722" y="3016"/>
                    <a:pt x="1713" y="3025"/>
                    <a:pt x="1704" y="3025"/>
                  </a:cubicBezTo>
                  <a:lnTo>
                    <a:pt x="1383" y="2713"/>
                  </a:lnTo>
                  <a:lnTo>
                    <a:pt x="1125" y="2713"/>
                  </a:lnTo>
                  <a:cubicBezTo>
                    <a:pt x="1169" y="2677"/>
                    <a:pt x="1214" y="2641"/>
                    <a:pt x="1258" y="2615"/>
                  </a:cubicBezTo>
                  <a:lnTo>
                    <a:pt x="1580" y="2615"/>
                  </a:lnTo>
                  <a:lnTo>
                    <a:pt x="1865" y="2891"/>
                  </a:lnTo>
                  <a:cubicBezTo>
                    <a:pt x="1865" y="2900"/>
                    <a:pt x="1856" y="2909"/>
                    <a:pt x="1856" y="2927"/>
                  </a:cubicBezTo>
                  <a:cubicBezTo>
                    <a:pt x="1856" y="2954"/>
                    <a:pt x="1883" y="2980"/>
                    <a:pt x="1910" y="2980"/>
                  </a:cubicBezTo>
                  <a:cubicBezTo>
                    <a:pt x="1945" y="2980"/>
                    <a:pt x="1963" y="2954"/>
                    <a:pt x="1963" y="2927"/>
                  </a:cubicBezTo>
                  <a:cubicBezTo>
                    <a:pt x="1963" y="2891"/>
                    <a:pt x="1945" y="2873"/>
                    <a:pt x="1910" y="2873"/>
                  </a:cubicBezTo>
                  <a:cubicBezTo>
                    <a:pt x="1901" y="2873"/>
                    <a:pt x="1892" y="2873"/>
                    <a:pt x="1883" y="2882"/>
                  </a:cubicBezTo>
                  <a:lnTo>
                    <a:pt x="1588" y="2588"/>
                  </a:lnTo>
                  <a:lnTo>
                    <a:pt x="1285" y="2588"/>
                  </a:lnTo>
                  <a:cubicBezTo>
                    <a:pt x="1356" y="2534"/>
                    <a:pt x="1437" y="2481"/>
                    <a:pt x="1508" y="2427"/>
                  </a:cubicBezTo>
                  <a:lnTo>
                    <a:pt x="2097" y="2427"/>
                  </a:lnTo>
                  <a:lnTo>
                    <a:pt x="2266" y="2311"/>
                  </a:lnTo>
                  <a:lnTo>
                    <a:pt x="2614" y="2311"/>
                  </a:lnTo>
                  <a:cubicBezTo>
                    <a:pt x="2614" y="2338"/>
                    <a:pt x="2632" y="2356"/>
                    <a:pt x="2659" y="2356"/>
                  </a:cubicBezTo>
                  <a:cubicBezTo>
                    <a:pt x="2695" y="2356"/>
                    <a:pt x="2712" y="2329"/>
                    <a:pt x="2712" y="2302"/>
                  </a:cubicBezTo>
                  <a:cubicBezTo>
                    <a:pt x="2712" y="2267"/>
                    <a:pt x="2695" y="2249"/>
                    <a:pt x="2659" y="2249"/>
                  </a:cubicBezTo>
                  <a:cubicBezTo>
                    <a:pt x="2632" y="2249"/>
                    <a:pt x="2614" y="2267"/>
                    <a:pt x="2614" y="2294"/>
                  </a:cubicBezTo>
                  <a:lnTo>
                    <a:pt x="2258" y="2294"/>
                  </a:lnTo>
                  <a:lnTo>
                    <a:pt x="2097" y="2409"/>
                  </a:lnTo>
                  <a:lnTo>
                    <a:pt x="1535" y="2409"/>
                  </a:lnTo>
                  <a:cubicBezTo>
                    <a:pt x="1642" y="2338"/>
                    <a:pt x="1740" y="2267"/>
                    <a:pt x="1811" y="2222"/>
                  </a:cubicBezTo>
                  <a:lnTo>
                    <a:pt x="2757" y="2222"/>
                  </a:lnTo>
                  <a:cubicBezTo>
                    <a:pt x="2766" y="2249"/>
                    <a:pt x="2784" y="2267"/>
                    <a:pt x="2820" y="2267"/>
                  </a:cubicBezTo>
                  <a:cubicBezTo>
                    <a:pt x="2855" y="2267"/>
                    <a:pt x="2882" y="2240"/>
                    <a:pt x="2882" y="2213"/>
                  </a:cubicBezTo>
                  <a:cubicBezTo>
                    <a:pt x="2882" y="2178"/>
                    <a:pt x="2855" y="2151"/>
                    <a:pt x="2820" y="2151"/>
                  </a:cubicBezTo>
                  <a:cubicBezTo>
                    <a:pt x="2784" y="2151"/>
                    <a:pt x="2766" y="2169"/>
                    <a:pt x="2757" y="2204"/>
                  </a:cubicBezTo>
                  <a:lnTo>
                    <a:pt x="1838" y="2204"/>
                  </a:lnTo>
                  <a:cubicBezTo>
                    <a:pt x="1892" y="2160"/>
                    <a:pt x="1927" y="2142"/>
                    <a:pt x="1936" y="2142"/>
                  </a:cubicBezTo>
                  <a:cubicBezTo>
                    <a:pt x="1936" y="2133"/>
                    <a:pt x="1963" y="2115"/>
                    <a:pt x="1990" y="2088"/>
                  </a:cubicBezTo>
                  <a:lnTo>
                    <a:pt x="3078" y="2088"/>
                  </a:lnTo>
                  <a:lnTo>
                    <a:pt x="3248" y="1946"/>
                  </a:lnTo>
                  <a:lnTo>
                    <a:pt x="3506" y="1946"/>
                  </a:lnTo>
                  <a:lnTo>
                    <a:pt x="3506" y="1928"/>
                  </a:lnTo>
                  <a:lnTo>
                    <a:pt x="3239" y="1928"/>
                  </a:lnTo>
                  <a:lnTo>
                    <a:pt x="3069" y="2070"/>
                  </a:lnTo>
                  <a:lnTo>
                    <a:pt x="2017" y="2070"/>
                  </a:lnTo>
                  <a:cubicBezTo>
                    <a:pt x="2061" y="2035"/>
                    <a:pt x="2115" y="1981"/>
                    <a:pt x="2133" y="1955"/>
                  </a:cubicBezTo>
                  <a:cubicBezTo>
                    <a:pt x="2159" y="1910"/>
                    <a:pt x="2186" y="1865"/>
                    <a:pt x="2204" y="1821"/>
                  </a:cubicBezTo>
                  <a:close/>
                  <a:moveTo>
                    <a:pt x="1348" y="8708"/>
                  </a:moveTo>
                  <a:cubicBezTo>
                    <a:pt x="1348" y="8752"/>
                    <a:pt x="1374" y="8788"/>
                    <a:pt x="1401" y="8797"/>
                  </a:cubicBezTo>
                  <a:lnTo>
                    <a:pt x="1392" y="8797"/>
                  </a:lnTo>
                  <a:lnTo>
                    <a:pt x="1392" y="9056"/>
                  </a:lnTo>
                  <a:lnTo>
                    <a:pt x="1178" y="9279"/>
                  </a:lnTo>
                  <a:lnTo>
                    <a:pt x="1178" y="9983"/>
                  </a:lnTo>
                  <a:cubicBezTo>
                    <a:pt x="857" y="9644"/>
                    <a:pt x="607" y="9279"/>
                    <a:pt x="500" y="8993"/>
                  </a:cubicBezTo>
                  <a:cubicBezTo>
                    <a:pt x="482" y="8949"/>
                    <a:pt x="473" y="8895"/>
                    <a:pt x="464" y="8842"/>
                  </a:cubicBezTo>
                  <a:lnTo>
                    <a:pt x="803" y="8842"/>
                  </a:lnTo>
                  <a:lnTo>
                    <a:pt x="955" y="8708"/>
                  </a:lnTo>
                  <a:close/>
                  <a:moveTo>
                    <a:pt x="1490" y="8806"/>
                  </a:moveTo>
                  <a:lnTo>
                    <a:pt x="1490" y="9091"/>
                  </a:lnTo>
                  <a:lnTo>
                    <a:pt x="1267" y="9305"/>
                  </a:lnTo>
                  <a:lnTo>
                    <a:pt x="1267" y="10090"/>
                  </a:lnTo>
                  <a:cubicBezTo>
                    <a:pt x="1241" y="10064"/>
                    <a:pt x="1214" y="10037"/>
                    <a:pt x="1196" y="10010"/>
                  </a:cubicBezTo>
                  <a:lnTo>
                    <a:pt x="1196" y="9279"/>
                  </a:lnTo>
                  <a:lnTo>
                    <a:pt x="1410" y="9056"/>
                  </a:lnTo>
                  <a:lnTo>
                    <a:pt x="1410" y="8806"/>
                  </a:lnTo>
                  <a:close/>
                  <a:moveTo>
                    <a:pt x="1633" y="8806"/>
                  </a:moveTo>
                  <a:lnTo>
                    <a:pt x="1633" y="9073"/>
                  </a:lnTo>
                  <a:lnTo>
                    <a:pt x="1901" y="9350"/>
                  </a:lnTo>
                  <a:lnTo>
                    <a:pt x="1901" y="10670"/>
                  </a:lnTo>
                  <a:cubicBezTo>
                    <a:pt x="1856" y="10635"/>
                    <a:pt x="1811" y="10599"/>
                    <a:pt x="1767" y="10563"/>
                  </a:cubicBezTo>
                  <a:lnTo>
                    <a:pt x="1767" y="9680"/>
                  </a:lnTo>
                  <a:lnTo>
                    <a:pt x="1785" y="9680"/>
                  </a:lnTo>
                  <a:cubicBezTo>
                    <a:pt x="1803" y="9662"/>
                    <a:pt x="1820" y="9636"/>
                    <a:pt x="1803" y="9609"/>
                  </a:cubicBezTo>
                  <a:cubicBezTo>
                    <a:pt x="1796" y="9589"/>
                    <a:pt x="1776" y="9575"/>
                    <a:pt x="1755" y="9575"/>
                  </a:cubicBezTo>
                  <a:cubicBezTo>
                    <a:pt x="1747" y="9575"/>
                    <a:pt x="1739" y="9577"/>
                    <a:pt x="1731" y="9582"/>
                  </a:cubicBezTo>
                  <a:cubicBezTo>
                    <a:pt x="1704" y="9591"/>
                    <a:pt x="1695" y="9627"/>
                    <a:pt x="1704" y="9653"/>
                  </a:cubicBezTo>
                  <a:cubicBezTo>
                    <a:pt x="1713" y="9671"/>
                    <a:pt x="1731" y="9680"/>
                    <a:pt x="1749" y="9680"/>
                  </a:cubicBezTo>
                  <a:lnTo>
                    <a:pt x="1749" y="10545"/>
                  </a:lnTo>
                  <a:cubicBezTo>
                    <a:pt x="1695" y="10501"/>
                    <a:pt x="1642" y="10447"/>
                    <a:pt x="1588" y="10403"/>
                  </a:cubicBezTo>
                  <a:lnTo>
                    <a:pt x="1588" y="9484"/>
                  </a:lnTo>
                  <a:lnTo>
                    <a:pt x="1606" y="9484"/>
                  </a:lnTo>
                  <a:cubicBezTo>
                    <a:pt x="1633" y="9466"/>
                    <a:pt x="1642" y="9439"/>
                    <a:pt x="1624" y="9412"/>
                  </a:cubicBezTo>
                  <a:cubicBezTo>
                    <a:pt x="1617" y="9392"/>
                    <a:pt x="1596" y="9382"/>
                    <a:pt x="1574" y="9382"/>
                  </a:cubicBezTo>
                  <a:cubicBezTo>
                    <a:pt x="1567" y="9382"/>
                    <a:pt x="1559" y="9383"/>
                    <a:pt x="1553" y="9386"/>
                  </a:cubicBezTo>
                  <a:cubicBezTo>
                    <a:pt x="1526" y="9404"/>
                    <a:pt x="1517" y="9430"/>
                    <a:pt x="1526" y="9457"/>
                  </a:cubicBezTo>
                  <a:cubicBezTo>
                    <a:pt x="1535" y="9475"/>
                    <a:pt x="1553" y="9484"/>
                    <a:pt x="1571" y="9484"/>
                  </a:cubicBezTo>
                  <a:lnTo>
                    <a:pt x="1571" y="10385"/>
                  </a:lnTo>
                  <a:cubicBezTo>
                    <a:pt x="1526" y="10349"/>
                    <a:pt x="1481" y="10305"/>
                    <a:pt x="1437" y="10260"/>
                  </a:cubicBezTo>
                  <a:lnTo>
                    <a:pt x="1437" y="9377"/>
                  </a:lnTo>
                  <a:lnTo>
                    <a:pt x="1455" y="9377"/>
                  </a:lnTo>
                  <a:cubicBezTo>
                    <a:pt x="1481" y="9359"/>
                    <a:pt x="1490" y="9332"/>
                    <a:pt x="1472" y="9305"/>
                  </a:cubicBezTo>
                  <a:cubicBezTo>
                    <a:pt x="1466" y="9285"/>
                    <a:pt x="1444" y="9275"/>
                    <a:pt x="1422" y="9275"/>
                  </a:cubicBezTo>
                  <a:cubicBezTo>
                    <a:pt x="1415" y="9275"/>
                    <a:pt x="1408" y="9276"/>
                    <a:pt x="1401" y="9279"/>
                  </a:cubicBezTo>
                  <a:cubicBezTo>
                    <a:pt x="1374" y="9297"/>
                    <a:pt x="1365" y="9323"/>
                    <a:pt x="1383" y="9350"/>
                  </a:cubicBezTo>
                  <a:cubicBezTo>
                    <a:pt x="1392" y="9368"/>
                    <a:pt x="1401" y="9377"/>
                    <a:pt x="1419" y="9377"/>
                  </a:cubicBezTo>
                  <a:lnTo>
                    <a:pt x="1419" y="10242"/>
                  </a:lnTo>
                  <a:cubicBezTo>
                    <a:pt x="1374" y="10198"/>
                    <a:pt x="1330" y="10153"/>
                    <a:pt x="1285" y="10108"/>
                  </a:cubicBezTo>
                  <a:lnTo>
                    <a:pt x="1285" y="9314"/>
                  </a:lnTo>
                  <a:lnTo>
                    <a:pt x="1508" y="9091"/>
                  </a:lnTo>
                  <a:lnTo>
                    <a:pt x="1508" y="8806"/>
                  </a:lnTo>
                  <a:close/>
                  <a:moveTo>
                    <a:pt x="1829" y="8770"/>
                  </a:moveTo>
                  <a:lnTo>
                    <a:pt x="1829" y="8779"/>
                  </a:lnTo>
                  <a:lnTo>
                    <a:pt x="2186" y="8779"/>
                  </a:lnTo>
                  <a:lnTo>
                    <a:pt x="2266" y="8859"/>
                  </a:lnTo>
                  <a:lnTo>
                    <a:pt x="2266" y="10929"/>
                  </a:lnTo>
                  <a:cubicBezTo>
                    <a:pt x="2186" y="10876"/>
                    <a:pt x="2106" y="10822"/>
                    <a:pt x="2026" y="10760"/>
                  </a:cubicBezTo>
                  <a:lnTo>
                    <a:pt x="2026" y="9323"/>
                  </a:lnTo>
                  <a:lnTo>
                    <a:pt x="1767" y="9065"/>
                  </a:lnTo>
                  <a:lnTo>
                    <a:pt x="1767" y="8806"/>
                  </a:lnTo>
                  <a:lnTo>
                    <a:pt x="1749" y="8806"/>
                  </a:lnTo>
                  <a:lnTo>
                    <a:pt x="1749" y="9073"/>
                  </a:lnTo>
                  <a:lnTo>
                    <a:pt x="2008" y="9332"/>
                  </a:lnTo>
                  <a:lnTo>
                    <a:pt x="2008" y="10751"/>
                  </a:lnTo>
                  <a:cubicBezTo>
                    <a:pt x="1972" y="10724"/>
                    <a:pt x="1945" y="10706"/>
                    <a:pt x="1919" y="10679"/>
                  </a:cubicBezTo>
                  <a:lnTo>
                    <a:pt x="1919" y="9341"/>
                  </a:lnTo>
                  <a:lnTo>
                    <a:pt x="1651" y="9065"/>
                  </a:lnTo>
                  <a:lnTo>
                    <a:pt x="1651" y="8806"/>
                  </a:lnTo>
                  <a:lnTo>
                    <a:pt x="1749" y="8806"/>
                  </a:lnTo>
                  <a:cubicBezTo>
                    <a:pt x="1785" y="8806"/>
                    <a:pt x="1811" y="8788"/>
                    <a:pt x="1829" y="8770"/>
                  </a:cubicBezTo>
                  <a:close/>
                  <a:moveTo>
                    <a:pt x="2266" y="8627"/>
                  </a:moveTo>
                  <a:lnTo>
                    <a:pt x="2391" y="8752"/>
                  </a:lnTo>
                  <a:lnTo>
                    <a:pt x="2391" y="10991"/>
                  </a:lnTo>
                  <a:cubicBezTo>
                    <a:pt x="2356" y="10974"/>
                    <a:pt x="2320" y="10956"/>
                    <a:pt x="2284" y="10938"/>
                  </a:cubicBezTo>
                  <a:lnTo>
                    <a:pt x="2284" y="8850"/>
                  </a:lnTo>
                  <a:lnTo>
                    <a:pt x="2195" y="8761"/>
                  </a:lnTo>
                  <a:lnTo>
                    <a:pt x="1829" y="8761"/>
                  </a:lnTo>
                  <a:cubicBezTo>
                    <a:pt x="1838" y="8743"/>
                    <a:pt x="1847" y="8726"/>
                    <a:pt x="1847" y="8708"/>
                  </a:cubicBezTo>
                  <a:lnTo>
                    <a:pt x="1847" y="8627"/>
                  </a:lnTo>
                  <a:close/>
                  <a:moveTo>
                    <a:pt x="4970" y="8547"/>
                  </a:moveTo>
                  <a:lnTo>
                    <a:pt x="4970" y="10492"/>
                  </a:lnTo>
                  <a:cubicBezTo>
                    <a:pt x="4952" y="10572"/>
                    <a:pt x="4880" y="10786"/>
                    <a:pt x="4827" y="10840"/>
                  </a:cubicBezTo>
                  <a:cubicBezTo>
                    <a:pt x="4764" y="10893"/>
                    <a:pt x="4675" y="10947"/>
                    <a:pt x="4568" y="10991"/>
                  </a:cubicBezTo>
                  <a:lnTo>
                    <a:pt x="4568" y="10260"/>
                  </a:lnTo>
                  <a:lnTo>
                    <a:pt x="4399" y="10073"/>
                  </a:lnTo>
                  <a:lnTo>
                    <a:pt x="4399" y="9796"/>
                  </a:lnTo>
                  <a:lnTo>
                    <a:pt x="4381" y="9796"/>
                  </a:lnTo>
                  <a:lnTo>
                    <a:pt x="4381" y="10073"/>
                  </a:lnTo>
                  <a:lnTo>
                    <a:pt x="4550" y="10269"/>
                  </a:lnTo>
                  <a:lnTo>
                    <a:pt x="4550" y="11000"/>
                  </a:lnTo>
                  <a:cubicBezTo>
                    <a:pt x="4461" y="11036"/>
                    <a:pt x="4354" y="11063"/>
                    <a:pt x="4238" y="11099"/>
                  </a:cubicBezTo>
                  <a:lnTo>
                    <a:pt x="4238" y="9796"/>
                  </a:lnTo>
                  <a:lnTo>
                    <a:pt x="4381" y="9796"/>
                  </a:lnTo>
                  <a:cubicBezTo>
                    <a:pt x="4461" y="9796"/>
                    <a:pt x="4532" y="9725"/>
                    <a:pt x="4532" y="9636"/>
                  </a:cubicBezTo>
                  <a:lnTo>
                    <a:pt x="4532" y="9154"/>
                  </a:lnTo>
                  <a:cubicBezTo>
                    <a:pt x="4532" y="9091"/>
                    <a:pt x="4497" y="9029"/>
                    <a:pt x="4434" y="9011"/>
                  </a:cubicBezTo>
                  <a:lnTo>
                    <a:pt x="4443" y="9011"/>
                  </a:lnTo>
                  <a:lnTo>
                    <a:pt x="4443" y="8770"/>
                  </a:lnTo>
                  <a:lnTo>
                    <a:pt x="4693" y="8547"/>
                  </a:lnTo>
                  <a:close/>
                  <a:moveTo>
                    <a:pt x="2481" y="8395"/>
                  </a:moveTo>
                  <a:lnTo>
                    <a:pt x="2712" y="8627"/>
                  </a:lnTo>
                  <a:lnTo>
                    <a:pt x="2712" y="9154"/>
                  </a:lnTo>
                  <a:lnTo>
                    <a:pt x="3087" y="9511"/>
                  </a:lnTo>
                  <a:lnTo>
                    <a:pt x="3738" y="9511"/>
                  </a:lnTo>
                  <a:lnTo>
                    <a:pt x="3738" y="9636"/>
                  </a:lnTo>
                  <a:cubicBezTo>
                    <a:pt x="3738" y="9725"/>
                    <a:pt x="3810" y="9796"/>
                    <a:pt x="3890" y="9796"/>
                  </a:cubicBezTo>
                  <a:lnTo>
                    <a:pt x="3899" y="9796"/>
                  </a:lnTo>
                  <a:lnTo>
                    <a:pt x="3899" y="10090"/>
                  </a:lnTo>
                  <a:lnTo>
                    <a:pt x="3266" y="10733"/>
                  </a:lnTo>
                  <a:lnTo>
                    <a:pt x="3257" y="10733"/>
                  </a:lnTo>
                  <a:lnTo>
                    <a:pt x="3257" y="11197"/>
                  </a:lnTo>
                  <a:cubicBezTo>
                    <a:pt x="3105" y="11197"/>
                    <a:pt x="2962" y="11179"/>
                    <a:pt x="2837" y="11161"/>
                  </a:cubicBezTo>
                  <a:lnTo>
                    <a:pt x="2837" y="10670"/>
                  </a:lnTo>
                  <a:lnTo>
                    <a:pt x="3257" y="10260"/>
                  </a:lnTo>
                  <a:cubicBezTo>
                    <a:pt x="3267" y="10270"/>
                    <a:pt x="3281" y="10275"/>
                    <a:pt x="3294" y="10275"/>
                  </a:cubicBezTo>
                  <a:cubicBezTo>
                    <a:pt x="3303" y="10275"/>
                    <a:pt x="3312" y="10273"/>
                    <a:pt x="3319" y="10269"/>
                  </a:cubicBezTo>
                  <a:cubicBezTo>
                    <a:pt x="3346" y="10251"/>
                    <a:pt x="3355" y="10224"/>
                    <a:pt x="3337" y="10198"/>
                  </a:cubicBezTo>
                  <a:cubicBezTo>
                    <a:pt x="3330" y="10177"/>
                    <a:pt x="3309" y="10167"/>
                    <a:pt x="3287" y="10167"/>
                  </a:cubicBezTo>
                  <a:cubicBezTo>
                    <a:pt x="3280" y="10167"/>
                    <a:pt x="3272" y="10169"/>
                    <a:pt x="3266" y="10171"/>
                  </a:cubicBezTo>
                  <a:cubicBezTo>
                    <a:pt x="3239" y="10189"/>
                    <a:pt x="3230" y="10215"/>
                    <a:pt x="3248" y="10242"/>
                  </a:cubicBezTo>
                  <a:cubicBezTo>
                    <a:pt x="3248" y="10242"/>
                    <a:pt x="3248" y="10251"/>
                    <a:pt x="3248" y="10251"/>
                  </a:cubicBezTo>
                  <a:lnTo>
                    <a:pt x="2820" y="10661"/>
                  </a:lnTo>
                  <a:lnTo>
                    <a:pt x="2820" y="11152"/>
                  </a:lnTo>
                  <a:cubicBezTo>
                    <a:pt x="2802" y="11152"/>
                    <a:pt x="2775" y="11143"/>
                    <a:pt x="2757" y="11143"/>
                  </a:cubicBezTo>
                  <a:cubicBezTo>
                    <a:pt x="2739" y="11134"/>
                    <a:pt x="2712" y="11134"/>
                    <a:pt x="2695" y="11125"/>
                  </a:cubicBezTo>
                  <a:lnTo>
                    <a:pt x="2695" y="10492"/>
                  </a:lnTo>
                  <a:lnTo>
                    <a:pt x="3096" y="10135"/>
                  </a:lnTo>
                  <a:cubicBezTo>
                    <a:pt x="3101" y="10140"/>
                    <a:pt x="3109" y="10142"/>
                    <a:pt x="3120" y="10142"/>
                  </a:cubicBezTo>
                  <a:cubicBezTo>
                    <a:pt x="3130" y="10142"/>
                    <a:pt x="3141" y="10140"/>
                    <a:pt x="3150" y="10135"/>
                  </a:cubicBezTo>
                  <a:cubicBezTo>
                    <a:pt x="3176" y="10126"/>
                    <a:pt x="3185" y="10090"/>
                    <a:pt x="3176" y="10064"/>
                  </a:cubicBezTo>
                  <a:cubicBezTo>
                    <a:pt x="3165" y="10046"/>
                    <a:pt x="3150" y="10037"/>
                    <a:pt x="3133" y="10037"/>
                  </a:cubicBezTo>
                  <a:cubicBezTo>
                    <a:pt x="3124" y="10037"/>
                    <a:pt x="3115" y="10040"/>
                    <a:pt x="3105" y="10046"/>
                  </a:cubicBezTo>
                  <a:cubicBezTo>
                    <a:pt x="3078" y="10055"/>
                    <a:pt x="3069" y="10090"/>
                    <a:pt x="3078" y="10117"/>
                  </a:cubicBezTo>
                  <a:lnTo>
                    <a:pt x="2677" y="10483"/>
                  </a:lnTo>
                  <a:lnTo>
                    <a:pt x="2677" y="11116"/>
                  </a:lnTo>
                  <a:cubicBezTo>
                    <a:pt x="2623" y="11107"/>
                    <a:pt x="2579" y="11090"/>
                    <a:pt x="2534" y="11063"/>
                  </a:cubicBezTo>
                  <a:lnTo>
                    <a:pt x="2534" y="10358"/>
                  </a:lnTo>
                  <a:lnTo>
                    <a:pt x="2953" y="9966"/>
                  </a:lnTo>
                  <a:cubicBezTo>
                    <a:pt x="2964" y="9976"/>
                    <a:pt x="2974" y="9980"/>
                    <a:pt x="2985" y="9980"/>
                  </a:cubicBezTo>
                  <a:cubicBezTo>
                    <a:pt x="2992" y="9980"/>
                    <a:pt x="3000" y="9978"/>
                    <a:pt x="3007" y="9974"/>
                  </a:cubicBezTo>
                  <a:cubicBezTo>
                    <a:pt x="3034" y="9957"/>
                    <a:pt x="3043" y="9930"/>
                    <a:pt x="3034" y="9903"/>
                  </a:cubicBezTo>
                  <a:cubicBezTo>
                    <a:pt x="3020" y="9883"/>
                    <a:pt x="3002" y="9873"/>
                    <a:pt x="2982" y="9873"/>
                  </a:cubicBezTo>
                  <a:cubicBezTo>
                    <a:pt x="2976" y="9873"/>
                    <a:pt x="2969" y="9874"/>
                    <a:pt x="2962" y="9876"/>
                  </a:cubicBezTo>
                  <a:cubicBezTo>
                    <a:pt x="2936" y="9894"/>
                    <a:pt x="2927" y="9921"/>
                    <a:pt x="2936" y="9948"/>
                  </a:cubicBezTo>
                  <a:cubicBezTo>
                    <a:pt x="2936" y="9948"/>
                    <a:pt x="2936" y="9957"/>
                    <a:pt x="2936" y="9957"/>
                  </a:cubicBezTo>
                  <a:lnTo>
                    <a:pt x="2516" y="10349"/>
                  </a:lnTo>
                  <a:lnTo>
                    <a:pt x="2516" y="11054"/>
                  </a:lnTo>
                  <a:cubicBezTo>
                    <a:pt x="2481" y="11036"/>
                    <a:pt x="2445" y="11018"/>
                    <a:pt x="2409" y="11000"/>
                  </a:cubicBezTo>
                  <a:lnTo>
                    <a:pt x="2409" y="8743"/>
                  </a:lnTo>
                  <a:lnTo>
                    <a:pt x="2275" y="8610"/>
                  </a:lnTo>
                  <a:lnTo>
                    <a:pt x="1847" y="8610"/>
                  </a:lnTo>
                  <a:lnTo>
                    <a:pt x="1847" y="8503"/>
                  </a:lnTo>
                  <a:lnTo>
                    <a:pt x="2373" y="8503"/>
                  </a:lnTo>
                  <a:lnTo>
                    <a:pt x="2534" y="8645"/>
                  </a:lnTo>
                  <a:lnTo>
                    <a:pt x="2534" y="9189"/>
                  </a:lnTo>
                  <a:lnTo>
                    <a:pt x="2989" y="9653"/>
                  </a:lnTo>
                  <a:lnTo>
                    <a:pt x="3738" y="9653"/>
                  </a:lnTo>
                  <a:lnTo>
                    <a:pt x="3738" y="9636"/>
                  </a:lnTo>
                  <a:lnTo>
                    <a:pt x="2998" y="9636"/>
                  </a:lnTo>
                  <a:lnTo>
                    <a:pt x="2552" y="9181"/>
                  </a:lnTo>
                  <a:lnTo>
                    <a:pt x="2552" y="8645"/>
                  </a:lnTo>
                  <a:lnTo>
                    <a:pt x="2382" y="8485"/>
                  </a:lnTo>
                  <a:lnTo>
                    <a:pt x="1847" y="8485"/>
                  </a:lnTo>
                  <a:lnTo>
                    <a:pt x="1847" y="8413"/>
                  </a:lnTo>
                  <a:cubicBezTo>
                    <a:pt x="1847" y="8404"/>
                    <a:pt x="1838" y="8404"/>
                    <a:pt x="1838" y="8395"/>
                  </a:cubicBezTo>
                  <a:close/>
                  <a:moveTo>
                    <a:pt x="4051" y="9796"/>
                  </a:moveTo>
                  <a:lnTo>
                    <a:pt x="4051" y="10135"/>
                  </a:lnTo>
                  <a:lnTo>
                    <a:pt x="3417" y="10760"/>
                  </a:lnTo>
                  <a:lnTo>
                    <a:pt x="3417" y="11197"/>
                  </a:lnTo>
                  <a:lnTo>
                    <a:pt x="3283" y="11197"/>
                  </a:lnTo>
                  <a:lnTo>
                    <a:pt x="3283" y="10742"/>
                  </a:lnTo>
                  <a:lnTo>
                    <a:pt x="3917" y="10099"/>
                  </a:lnTo>
                  <a:lnTo>
                    <a:pt x="3917" y="10090"/>
                  </a:lnTo>
                  <a:lnTo>
                    <a:pt x="3917" y="9796"/>
                  </a:lnTo>
                  <a:close/>
                  <a:moveTo>
                    <a:pt x="4220" y="9796"/>
                  </a:moveTo>
                  <a:lnTo>
                    <a:pt x="4220" y="11099"/>
                  </a:lnTo>
                  <a:cubicBezTo>
                    <a:pt x="4104" y="11125"/>
                    <a:pt x="3970" y="11152"/>
                    <a:pt x="3837" y="11161"/>
                  </a:cubicBezTo>
                  <a:cubicBezTo>
                    <a:pt x="3703" y="11179"/>
                    <a:pt x="3569" y="11188"/>
                    <a:pt x="3435" y="11197"/>
                  </a:cubicBezTo>
                  <a:lnTo>
                    <a:pt x="3435" y="10768"/>
                  </a:lnTo>
                  <a:lnTo>
                    <a:pt x="4060" y="10144"/>
                  </a:lnTo>
                  <a:lnTo>
                    <a:pt x="4068" y="10135"/>
                  </a:lnTo>
                  <a:lnTo>
                    <a:pt x="4068" y="9796"/>
                  </a:lnTo>
                  <a:close/>
                  <a:moveTo>
                    <a:pt x="4238" y="0"/>
                  </a:moveTo>
                  <a:cubicBezTo>
                    <a:pt x="4232" y="0"/>
                    <a:pt x="4226" y="0"/>
                    <a:pt x="4220" y="1"/>
                  </a:cubicBezTo>
                  <a:cubicBezTo>
                    <a:pt x="3765" y="54"/>
                    <a:pt x="2855" y="393"/>
                    <a:pt x="2579" y="741"/>
                  </a:cubicBezTo>
                  <a:cubicBezTo>
                    <a:pt x="2463" y="875"/>
                    <a:pt x="2391" y="1125"/>
                    <a:pt x="2320" y="1375"/>
                  </a:cubicBezTo>
                  <a:cubicBezTo>
                    <a:pt x="2258" y="1589"/>
                    <a:pt x="2186" y="1812"/>
                    <a:pt x="2106" y="1928"/>
                  </a:cubicBezTo>
                  <a:cubicBezTo>
                    <a:pt x="2070" y="1981"/>
                    <a:pt x="1910" y="2106"/>
                    <a:pt x="1910" y="2106"/>
                  </a:cubicBezTo>
                  <a:cubicBezTo>
                    <a:pt x="1874" y="2133"/>
                    <a:pt x="1035" y="2677"/>
                    <a:pt x="821" y="2945"/>
                  </a:cubicBezTo>
                  <a:cubicBezTo>
                    <a:pt x="527" y="3328"/>
                    <a:pt x="125" y="4247"/>
                    <a:pt x="45" y="4729"/>
                  </a:cubicBezTo>
                  <a:cubicBezTo>
                    <a:pt x="1" y="5059"/>
                    <a:pt x="1" y="5701"/>
                    <a:pt x="63" y="6005"/>
                  </a:cubicBezTo>
                  <a:cubicBezTo>
                    <a:pt x="99" y="6174"/>
                    <a:pt x="188" y="6406"/>
                    <a:pt x="268" y="6638"/>
                  </a:cubicBezTo>
                  <a:cubicBezTo>
                    <a:pt x="366" y="6879"/>
                    <a:pt x="455" y="7129"/>
                    <a:pt x="491" y="7298"/>
                  </a:cubicBezTo>
                  <a:cubicBezTo>
                    <a:pt x="518" y="7477"/>
                    <a:pt x="491" y="7744"/>
                    <a:pt x="455" y="8030"/>
                  </a:cubicBezTo>
                  <a:cubicBezTo>
                    <a:pt x="420" y="8395"/>
                    <a:pt x="375" y="8779"/>
                    <a:pt x="464" y="9002"/>
                  </a:cubicBezTo>
                  <a:cubicBezTo>
                    <a:pt x="750" y="9743"/>
                    <a:pt x="1981" y="10991"/>
                    <a:pt x="2748" y="11179"/>
                  </a:cubicBezTo>
                  <a:cubicBezTo>
                    <a:pt x="2900" y="11215"/>
                    <a:pt x="3105" y="11232"/>
                    <a:pt x="3328" y="11232"/>
                  </a:cubicBezTo>
                  <a:cubicBezTo>
                    <a:pt x="3881" y="11232"/>
                    <a:pt x="4559" y="11116"/>
                    <a:pt x="4845" y="10867"/>
                  </a:cubicBezTo>
                  <a:cubicBezTo>
                    <a:pt x="4925" y="10795"/>
                    <a:pt x="5005" y="10510"/>
                    <a:pt x="5005" y="10492"/>
                  </a:cubicBezTo>
                  <a:lnTo>
                    <a:pt x="5005" y="599"/>
                  </a:lnTo>
                  <a:lnTo>
                    <a:pt x="5005" y="590"/>
                  </a:lnTo>
                  <a:cubicBezTo>
                    <a:pt x="4996" y="581"/>
                    <a:pt x="4818" y="242"/>
                    <a:pt x="4711" y="161"/>
                  </a:cubicBezTo>
                  <a:cubicBezTo>
                    <a:pt x="4609" y="85"/>
                    <a:pt x="4369" y="0"/>
                    <a:pt x="4238" y="0"/>
                  </a:cubicBezTo>
                  <a:close/>
                </a:path>
              </a:pathLst>
            </a:custGeom>
            <a:gradFill>
              <a:gsLst>
                <a:gs pos="0">
                  <a:schemeClr val="accent2"/>
                </a:gs>
                <a:gs pos="100000">
                  <a:schemeClr val="accent3"/>
                </a:gs>
              </a:gsLst>
              <a:lin ang="5400012" scaled="0"/>
            </a:gradFill>
            <a:ln>
              <a:noFill/>
            </a:ln>
            <a:effectLst>
              <a:outerShdw blurRad="57150" dist="9525" algn="bl" rotWithShape="0">
                <a:schemeClr val="dk2">
                  <a:alpha val="73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2" name="Google Shape;612;p38"/>
          <p:cNvSpPr/>
          <p:nvPr/>
        </p:nvSpPr>
        <p:spPr>
          <a:xfrm>
            <a:off x="6251272" y="1857323"/>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8"/>
          <p:cNvSpPr/>
          <p:nvPr/>
        </p:nvSpPr>
        <p:spPr>
          <a:xfrm>
            <a:off x="4927197" y="15766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8"/>
          <p:cNvSpPr/>
          <p:nvPr/>
        </p:nvSpPr>
        <p:spPr>
          <a:xfrm>
            <a:off x="2606954" y="1658320"/>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8"/>
          <p:cNvSpPr/>
          <p:nvPr/>
        </p:nvSpPr>
        <p:spPr>
          <a:xfrm>
            <a:off x="2796440" y="2276229"/>
            <a:ext cx="660023" cy="66010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8"/>
          <p:cNvSpPr/>
          <p:nvPr/>
        </p:nvSpPr>
        <p:spPr>
          <a:xfrm>
            <a:off x="4598104" y="2564972"/>
            <a:ext cx="327012" cy="327044"/>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8"/>
          <p:cNvSpPr/>
          <p:nvPr/>
        </p:nvSpPr>
        <p:spPr>
          <a:xfrm>
            <a:off x="1894417" y="2963404"/>
            <a:ext cx="945630" cy="945730"/>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8"/>
          <p:cNvSpPr/>
          <p:nvPr/>
        </p:nvSpPr>
        <p:spPr>
          <a:xfrm>
            <a:off x="2796447" y="1001615"/>
            <a:ext cx="238346" cy="238372"/>
          </a:xfrm>
          <a:custGeom>
            <a:avLst/>
            <a:gdLst/>
            <a:ahLst/>
            <a:cxnLst/>
            <a:rect l="l" t="t" r="r" b="b"/>
            <a:pathLst>
              <a:path w="4809" h="4810" extrusionOk="0">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2664993" y="1345722"/>
            <a:ext cx="3954930" cy="923330"/>
          </a:xfrm>
          <a:prstGeom prst="rect">
            <a:avLst/>
          </a:prstGeom>
          <a:noFill/>
        </p:spPr>
        <p:txBody>
          <a:bodyPr wrap="none" lIns="91440" tIns="45720" rIns="91440" bIns="45720">
            <a:prstTxWarp prst="textArchUp">
              <a:avLst/>
            </a:prstTxWarp>
            <a:spAutoFit/>
          </a:bodyPr>
          <a:lstStyle/>
          <a:p>
            <a:pPr algn="ctr"/>
            <a:r>
              <a:rPr lang="en-US" sz="72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a:t>
            </a:r>
            <a:r>
              <a:rPr lang="en-US" sz="8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You</a:t>
            </a:r>
            <a:r>
              <a:rPr lang="en-US" sz="72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718</TotalTime>
  <Words>1094</Words>
  <Application>Microsoft Office PowerPoint</Application>
  <PresentationFormat>On-screen Show (16:9)</PresentationFormat>
  <Paragraphs>154</Paragraphs>
  <Slides>35</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Söhne</vt:lpstr>
      <vt:lpstr>Bebas Neue</vt:lpstr>
      <vt:lpstr>Times New Roman</vt:lpstr>
      <vt:lpstr>Aptos Display</vt:lpstr>
      <vt:lpstr>Arial</vt:lpstr>
      <vt:lpstr>Trispace</vt:lpstr>
      <vt:lpstr>Calibri</vt:lpstr>
      <vt:lpstr>Aptos</vt:lpstr>
      <vt:lpstr>Office Theme</vt:lpstr>
      <vt:lpstr> Project Title: Hybrid Deep Learning Model for Brain Tumor Detection Using CNN and EfficientNet from MRI Images </vt:lpstr>
      <vt:lpstr> </vt:lpstr>
      <vt:lpstr>                                                    Abstract   Brain tumors are dangerous neurological disorders requiring early diagnosis.  Manual MRI analysis is time-consuming and may lead to human errors.  The proposed system uses a hybrid deep learning model combining CNN and EfficientNet.  MRI images are processed and classified automatically.  The system improves detection accuracy and assists radiologists in diagnosis.  Achieved accuracy of approximately 97%. </vt:lpstr>
      <vt:lpstr>PowerPoint Presentation</vt:lpstr>
      <vt:lpstr>Existing System  Manual MRI image analysis   Time-consuming process   Requires experienced radiologists   Lower prediction accuracy   Difficult to handle large datasets  Limitations  Human Errors  Slow Diagnosis  Inefficient feature extraction    </vt:lpstr>
      <vt:lpstr>Proposed System  Automated Brain Tumour Detection Using Deep Learning  Hybrid CNN + EfficientNet model  Automatic Feature Extraction  Faster and more accurate predicitions  Improved classification performance  Advantages  High accuracy  Reduced human effort  Faster Diagnosis  Better Feature Learning </vt:lpstr>
      <vt:lpstr>Existing vs Proposed System                      </vt:lpstr>
      <vt:lpstr>Technologies used  Programming Language  Python   Libraries &amp; Frameworks  TensorFlow   Keras   OpenCV   NumPy   Matplotlib   Scikit-learn   Tools  Google Colab   Jupyter Notebook   VS Code   Dataset  Brain MRI Image Dataset</vt:lpstr>
      <vt:lpstr>System Architecture /workflow        </vt:lpstr>
      <vt:lpstr>Data Collection and Pre-Processing analysis</vt:lpstr>
      <vt:lpstr>PowerPoint Presentation</vt:lpstr>
      <vt:lpstr>PowerPoint Presentation</vt:lpstr>
      <vt:lpstr>Data set Organization</vt:lpstr>
      <vt:lpstr>PowerPoint Presentation</vt:lpstr>
      <vt:lpstr>PowerPoint Presentation</vt:lpstr>
      <vt:lpstr>Data Segmentation</vt:lpstr>
      <vt:lpstr>PowerPoint Presentation</vt:lpstr>
      <vt:lpstr>PowerPoint Presentation</vt:lpstr>
      <vt:lpstr>PowerPoint Presentation</vt:lpstr>
      <vt:lpstr>Data Classification </vt:lpstr>
      <vt:lpstr>PowerPoint Presentation</vt:lpstr>
      <vt:lpstr>PowerPoint Presentation</vt:lpstr>
      <vt:lpstr>PowerPoint Presentation</vt:lpstr>
      <vt:lpstr>Model Testing &amp; Front-end</vt:lpstr>
      <vt:lpstr>Model Testing</vt:lpstr>
      <vt:lpstr>Model Testing</vt:lpstr>
      <vt:lpstr>UI(User Interface)</vt:lpstr>
      <vt:lpstr>UI(User Interface)</vt:lpstr>
      <vt:lpstr>Performance Metrics           </vt:lpstr>
      <vt:lpstr>Model Comparison                                        </vt:lpstr>
      <vt:lpstr>Challenges Faced  MRI image preprocessing complexity   Handling large datasets   Model overfitting   GPU and memory limitations   Hyperparameter tuning   Long training time  </vt:lpstr>
      <vt:lpstr>Conclusion  The proposed hybrid CNN + EfficientNet model successfully detects brain tumors from MRI images.   The system improves prediction accuracy and reduces diagnosis time.   Automated detection helps radiologists in medical analysis.   Achieved better performance compared to existing models.</vt:lpstr>
      <vt:lpstr>Future Scope  Real-time hospital implementation   Cloud-based deployment   Mobile/web application development   Multi-class tumor classification   Integration with IoT healthcare systems   Use of larger medical datasets </vt:lpstr>
      <vt:lpstr>References  Brain MRI Dataset – Kaggle   TensorFlow Documentation   EfficientNet Research Paper   CNN Research Papers   IEEE/Scopus Journal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Pitch Deck_</dc:title>
  <dc:creator>Akhil Vakkalanka</dc:creator>
  <cp:lastModifiedBy>veda sri</cp:lastModifiedBy>
  <cp:revision>39</cp:revision>
  <dcterms:modified xsi:type="dcterms:W3CDTF">2026-07-10T12:57:25Z</dcterms:modified>
</cp:coreProperties>
</file>